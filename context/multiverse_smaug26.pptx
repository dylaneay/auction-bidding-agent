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embeddedFontLst>
    <p:embeddedFont>
      <p:font typeface="Roboto" panose="02000000000000000000" pitchFamily="2"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jM/zdD3dkkhqy5Wv6wFgjbmqoke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73"/>
    <p:restoredTop sz="94606"/>
  </p:normalViewPr>
  <p:slideViewPr>
    <p:cSldViewPr snapToGrid="0">
      <p:cViewPr varScale="1">
        <p:scale>
          <a:sx n="117" d="100"/>
          <a:sy n="117" d="100"/>
        </p:scale>
        <p:origin x="312"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heme" Target="theme/theme1.xml"/><Relationship Id="rId5" Type="http://schemas.openxmlformats.org/officeDocument/2006/relationships/slide" Target="slides/slide4.xml"/><Relationship Id="rId23"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Kapittel" type="title">
  <p:cSld name="TITLE">
    <p:spTree>
      <p:nvGrpSpPr>
        <p:cNvPr id="1" name="Shape 13"/>
        <p:cNvGrpSpPr/>
        <p:nvPr/>
      </p:nvGrpSpPr>
      <p:grpSpPr>
        <a:xfrm>
          <a:off x="0" y="0"/>
          <a:ext cx="0" cy="0"/>
          <a:chOff x="0" y="0"/>
          <a:chExt cx="0" cy="0"/>
        </a:xfrm>
      </p:grpSpPr>
      <p:sp>
        <p:nvSpPr>
          <p:cNvPr id="14" name="Google Shape;14;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FFA366"/>
              </a:buClr>
              <a:buSzPts val="6000"/>
              <a:buFont typeface="Helvetica Neue"/>
              <a:buNone/>
              <a:defRPr sz="6000">
                <a:solidFill>
                  <a:srgbClr val="FFA36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3"/>
          <p:cNvSpPr txBox="1">
            <a:spLocks noGrp="1"/>
          </p:cNvSpPr>
          <p:nvPr>
            <p:ph type="subTitle" idx="1"/>
          </p:nvPr>
        </p:nvSpPr>
        <p:spPr>
          <a:xfrm>
            <a:off x="1524000" y="3602038"/>
            <a:ext cx="9144000" cy="1655762"/>
          </a:xfrm>
          <a:prstGeom prst="rect">
            <a:avLst/>
          </a:prstGeom>
          <a:noFill/>
          <a:ln>
            <a:noFill/>
          </a:ln>
        </p:spPr>
        <p:txBody>
          <a:bodyPr spcFirstLastPara="1" wrap="square" lIns="90000" tIns="45700" rIns="91425" bIns="45700" anchor="t" anchorCtr="0">
            <a:normAutofit/>
          </a:bodyPr>
          <a:lstStyle>
            <a:lvl1pPr lvl="0" algn="ctr">
              <a:lnSpc>
                <a:spcPct val="90000"/>
              </a:lnSpc>
              <a:spcBef>
                <a:spcPts val="1000"/>
              </a:spcBef>
              <a:spcAft>
                <a:spcPts val="0"/>
              </a:spcAft>
              <a:buClr>
                <a:srgbClr val="FEFEFE"/>
              </a:buClr>
              <a:buSzPts val="2400"/>
              <a:buNone/>
              <a:defRPr sz="2400">
                <a:solidFill>
                  <a:srgbClr val="FEFEFE"/>
                </a:solidFill>
              </a:defRPr>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pic>
        <p:nvPicPr>
          <p:cNvPr id="16" name="Google Shape;16;p13" descr="A logo with a letter f in a circle&#10;&#10;Description automatically generated"/>
          <p:cNvPicPr preferRelativeResize="0"/>
          <p:nvPr/>
        </p:nvPicPr>
        <p:blipFill rotWithShape="1">
          <a:blip r:embed="rId2">
            <a:alphaModFix/>
          </a:blip>
          <a:srcRect/>
          <a:stretch/>
        </p:blipFill>
        <p:spPr>
          <a:xfrm>
            <a:off x="-227542" y="5111221"/>
            <a:ext cx="2131484" cy="213148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erson">
  <p:cSld name="Person">
    <p:spTree>
      <p:nvGrpSpPr>
        <p:cNvPr id="1" name="Shape 17"/>
        <p:cNvGrpSpPr/>
        <p:nvPr/>
      </p:nvGrpSpPr>
      <p:grpSpPr>
        <a:xfrm>
          <a:off x="0" y="0"/>
          <a:ext cx="0" cy="0"/>
          <a:chOff x="0" y="0"/>
          <a:chExt cx="0" cy="0"/>
        </a:xfrm>
      </p:grpSpPr>
      <p:sp>
        <p:nvSpPr>
          <p:cNvPr id="18" name="Google Shape;18;p14"/>
          <p:cNvSpPr/>
          <p:nvPr/>
        </p:nvSpPr>
        <p:spPr>
          <a:xfrm>
            <a:off x="0" y="1"/>
            <a:ext cx="12192000" cy="2805695"/>
          </a:xfrm>
          <a:prstGeom prst="rect">
            <a:avLst/>
          </a:prstGeom>
          <a:solidFill>
            <a:srgbClr val="F2F3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pic>
        <p:nvPicPr>
          <p:cNvPr id="19" name="Google Shape;19;p14"/>
          <p:cNvPicPr preferRelativeResize="0"/>
          <p:nvPr/>
        </p:nvPicPr>
        <p:blipFill rotWithShape="1">
          <a:blip r:embed="rId2">
            <a:alphaModFix/>
          </a:blip>
          <a:srcRect/>
          <a:stretch/>
        </p:blipFill>
        <p:spPr>
          <a:xfrm>
            <a:off x="1102237" y="1000124"/>
            <a:ext cx="2440153" cy="3050191"/>
          </a:xfrm>
          <a:prstGeom prst="rect">
            <a:avLst/>
          </a:prstGeom>
          <a:noFill/>
          <a:ln>
            <a:noFill/>
          </a:ln>
        </p:spPr>
      </p:pic>
      <p:sp>
        <p:nvSpPr>
          <p:cNvPr id="20" name="Google Shape;20;p14"/>
          <p:cNvSpPr txBox="1">
            <a:spLocks noGrp="1"/>
          </p:cNvSpPr>
          <p:nvPr>
            <p:ph type="title"/>
          </p:nvPr>
        </p:nvSpPr>
        <p:spPr>
          <a:xfrm>
            <a:off x="3972124" y="1499784"/>
            <a:ext cx="7983499"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A366"/>
              </a:buClr>
              <a:buSzPts val="4000"/>
              <a:buFont typeface="Helvetica Neue"/>
              <a:buNone/>
              <a:defRPr sz="4000" b="1">
                <a:solidFill>
                  <a:srgbClr val="FFA36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4"/>
          <p:cNvSpPr txBox="1">
            <a:spLocks noGrp="1"/>
          </p:cNvSpPr>
          <p:nvPr>
            <p:ph type="body" idx="1"/>
          </p:nvPr>
        </p:nvSpPr>
        <p:spPr>
          <a:xfrm>
            <a:off x="3971562" y="1000125"/>
            <a:ext cx="7975879" cy="469055"/>
          </a:xfrm>
          <a:prstGeom prst="rect">
            <a:avLst/>
          </a:prstGeom>
          <a:noFill/>
          <a:ln>
            <a:noFill/>
          </a:ln>
        </p:spPr>
        <p:txBody>
          <a:bodyPr spcFirstLastPara="1" wrap="square" lIns="90000" tIns="45700" rIns="91425" bIns="45700" anchor="t" anchorCtr="0">
            <a:noAutofit/>
          </a:bodyPr>
          <a:lstStyle>
            <a:lvl1pPr marL="457200" lvl="0" indent="-228600" algn="l">
              <a:lnSpc>
                <a:spcPct val="90000"/>
              </a:lnSpc>
              <a:spcBef>
                <a:spcPts val="1000"/>
              </a:spcBef>
              <a:spcAft>
                <a:spcPts val="0"/>
              </a:spcAft>
              <a:buClr>
                <a:srgbClr val="FEFEFE"/>
              </a:buClr>
              <a:buSzPts val="2667"/>
              <a:buNone/>
              <a:defRPr sz="2667" b="0">
                <a:solidFill>
                  <a:srgbClr val="FEFEFE"/>
                </a:solidFill>
              </a:defRPr>
            </a:lvl1pPr>
            <a:lvl2pPr marL="914400" lvl="1" indent="-228600" algn="l">
              <a:lnSpc>
                <a:spcPct val="90000"/>
              </a:lnSpc>
              <a:spcBef>
                <a:spcPts val="500"/>
              </a:spcBef>
              <a:spcAft>
                <a:spcPts val="0"/>
              </a:spcAft>
              <a:buClr>
                <a:schemeClr val="lt1"/>
              </a:buClr>
              <a:buSzPts val="2667"/>
              <a:buNone/>
              <a:defRPr sz="2667"/>
            </a:lvl2pPr>
            <a:lvl3pPr marL="1371600" lvl="2" indent="-228600" algn="l">
              <a:lnSpc>
                <a:spcPct val="90000"/>
              </a:lnSpc>
              <a:spcBef>
                <a:spcPts val="500"/>
              </a:spcBef>
              <a:spcAft>
                <a:spcPts val="0"/>
              </a:spcAft>
              <a:buClr>
                <a:schemeClr val="lt1"/>
              </a:buClr>
              <a:buSzPts val="2667"/>
              <a:buNone/>
              <a:defRPr sz="2667"/>
            </a:lvl3pPr>
            <a:lvl4pPr marL="1828800" lvl="3" indent="-228600" algn="l">
              <a:lnSpc>
                <a:spcPct val="90000"/>
              </a:lnSpc>
              <a:spcBef>
                <a:spcPts val="500"/>
              </a:spcBef>
              <a:spcAft>
                <a:spcPts val="0"/>
              </a:spcAft>
              <a:buClr>
                <a:schemeClr val="lt1"/>
              </a:buClr>
              <a:buSzPts val="2667"/>
              <a:buNone/>
              <a:defRPr sz="2667"/>
            </a:lvl4pPr>
            <a:lvl5pPr marL="2286000" lvl="4" indent="-228600" algn="l">
              <a:lnSpc>
                <a:spcPct val="90000"/>
              </a:lnSpc>
              <a:spcBef>
                <a:spcPts val="500"/>
              </a:spcBef>
              <a:spcAft>
                <a:spcPts val="0"/>
              </a:spcAft>
              <a:buClr>
                <a:schemeClr val="lt1"/>
              </a:buClr>
              <a:buSzPts val="2667"/>
              <a:buNone/>
              <a:defRPr sz="2667"/>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4"/>
          <p:cNvSpPr>
            <a:spLocks noGrp="1"/>
          </p:cNvSpPr>
          <p:nvPr>
            <p:ph type="pic" idx="2"/>
          </p:nvPr>
        </p:nvSpPr>
        <p:spPr>
          <a:xfrm>
            <a:off x="1099928" y="1000125"/>
            <a:ext cx="2442461" cy="3050191"/>
          </a:xfrm>
          <a:prstGeom prst="rect">
            <a:avLst/>
          </a:prstGeom>
          <a:noFill/>
          <a:ln>
            <a:noFill/>
          </a:ln>
        </p:spPr>
        <p:txBody>
          <a:bodyPr/>
          <a:lstStyle/>
          <a:p>
            <a:endParaRPr lang="en-NO"/>
          </a:p>
        </p:txBody>
      </p:sp>
      <p:sp>
        <p:nvSpPr>
          <p:cNvPr id="23" name="Google Shape;23;p14"/>
          <p:cNvSpPr txBox="1">
            <a:spLocks noGrp="1"/>
          </p:cNvSpPr>
          <p:nvPr>
            <p:ph type="body" idx="3"/>
          </p:nvPr>
        </p:nvSpPr>
        <p:spPr>
          <a:xfrm>
            <a:off x="3975651" y="3552172"/>
            <a:ext cx="7975879" cy="2578213"/>
          </a:xfrm>
          <a:prstGeom prst="rect">
            <a:avLst/>
          </a:prstGeom>
          <a:noFill/>
          <a:ln>
            <a:noFill/>
          </a:ln>
        </p:spPr>
        <p:txBody>
          <a:bodyPr spcFirstLastPara="1" wrap="square" lIns="90000" tIns="45700" rIns="91425" bIns="45700" anchor="t" anchorCtr="0">
            <a:normAutofit/>
          </a:bodyPr>
          <a:lstStyle>
            <a:lvl1pPr marL="457200" lvl="0" indent="-228600" algn="l">
              <a:lnSpc>
                <a:spcPct val="90000"/>
              </a:lnSpc>
              <a:spcBef>
                <a:spcPts val="1000"/>
              </a:spcBef>
              <a:spcAft>
                <a:spcPts val="0"/>
              </a:spcAft>
              <a:buClr>
                <a:srgbClr val="141E28"/>
              </a:buClr>
              <a:buSzPts val="2800"/>
              <a:buNone/>
              <a:defRPr sz="2800">
                <a:solidFill>
                  <a:srgbClr val="141E28"/>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 name="Google Shape;24;p14"/>
          <p:cNvSpPr txBox="1">
            <a:spLocks noGrp="1"/>
          </p:cNvSpPr>
          <p:nvPr>
            <p:ph type="body" idx="4"/>
          </p:nvPr>
        </p:nvSpPr>
        <p:spPr>
          <a:xfrm>
            <a:off x="3971561" y="2994120"/>
            <a:ext cx="7975880" cy="418984"/>
          </a:xfrm>
          <a:prstGeom prst="rect">
            <a:avLst/>
          </a:prstGeom>
          <a:noFill/>
          <a:ln>
            <a:noFill/>
          </a:ln>
        </p:spPr>
        <p:txBody>
          <a:bodyPr spcFirstLastPara="1" wrap="square" lIns="90000" tIns="45700" rIns="91425" bIns="45700" anchor="t" anchorCtr="0">
            <a:noAutofit/>
          </a:bodyPr>
          <a:lstStyle>
            <a:lvl1pPr marL="457200" lvl="0" indent="-228600" algn="l">
              <a:lnSpc>
                <a:spcPct val="90000"/>
              </a:lnSpc>
              <a:spcBef>
                <a:spcPts val="1000"/>
              </a:spcBef>
              <a:spcAft>
                <a:spcPts val="0"/>
              </a:spcAft>
              <a:buClr>
                <a:srgbClr val="141E28"/>
              </a:buClr>
              <a:buSzPts val="2400"/>
              <a:buNone/>
              <a:defRPr sz="2400" b="0">
                <a:solidFill>
                  <a:srgbClr val="141E28"/>
                </a:solidFill>
              </a:defRPr>
            </a:lvl1pPr>
            <a:lvl2pPr marL="914400" lvl="1" indent="-228600" algn="l">
              <a:lnSpc>
                <a:spcPct val="90000"/>
              </a:lnSpc>
              <a:spcBef>
                <a:spcPts val="500"/>
              </a:spcBef>
              <a:spcAft>
                <a:spcPts val="0"/>
              </a:spcAft>
              <a:buClr>
                <a:schemeClr val="lt1"/>
              </a:buClr>
              <a:buSzPts val="2667"/>
              <a:buNone/>
              <a:defRPr sz="2667"/>
            </a:lvl2pPr>
            <a:lvl3pPr marL="1371600" lvl="2" indent="-228600" algn="l">
              <a:lnSpc>
                <a:spcPct val="90000"/>
              </a:lnSpc>
              <a:spcBef>
                <a:spcPts val="500"/>
              </a:spcBef>
              <a:spcAft>
                <a:spcPts val="0"/>
              </a:spcAft>
              <a:buClr>
                <a:schemeClr val="lt1"/>
              </a:buClr>
              <a:buSzPts val="2667"/>
              <a:buNone/>
              <a:defRPr sz="2667"/>
            </a:lvl3pPr>
            <a:lvl4pPr marL="1828800" lvl="3" indent="-228600" algn="l">
              <a:lnSpc>
                <a:spcPct val="90000"/>
              </a:lnSpc>
              <a:spcBef>
                <a:spcPts val="500"/>
              </a:spcBef>
              <a:spcAft>
                <a:spcPts val="0"/>
              </a:spcAft>
              <a:buClr>
                <a:schemeClr val="lt1"/>
              </a:buClr>
              <a:buSzPts val="2667"/>
              <a:buNone/>
              <a:defRPr sz="2667"/>
            </a:lvl4pPr>
            <a:lvl5pPr marL="2286000" lvl="4" indent="-228600" algn="l">
              <a:lnSpc>
                <a:spcPct val="90000"/>
              </a:lnSpc>
              <a:spcBef>
                <a:spcPts val="500"/>
              </a:spcBef>
              <a:spcAft>
                <a:spcPts val="0"/>
              </a:spcAft>
              <a:buClr>
                <a:schemeClr val="lt1"/>
              </a:buClr>
              <a:buSzPts val="2667"/>
              <a:buNone/>
              <a:defRPr sz="2667"/>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pic>
        <p:nvPicPr>
          <p:cNvPr id="25" name="Google Shape;25;p14" descr="A logo with a letter f in a circle&#10;&#10;Description automatically generated"/>
          <p:cNvPicPr preferRelativeResize="0"/>
          <p:nvPr/>
        </p:nvPicPr>
        <p:blipFill rotWithShape="1">
          <a:blip r:embed="rId3">
            <a:alphaModFix/>
          </a:blip>
          <a:srcRect/>
          <a:stretch/>
        </p:blipFill>
        <p:spPr>
          <a:xfrm>
            <a:off x="-227542" y="5111221"/>
            <a:ext cx="2131484" cy="213148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Fullskjermbilde">
  <p:cSld name="Fullskjermbilde">
    <p:spTree>
      <p:nvGrpSpPr>
        <p:cNvPr id="1" name="Shape 26"/>
        <p:cNvGrpSpPr/>
        <p:nvPr/>
      </p:nvGrpSpPr>
      <p:grpSpPr>
        <a:xfrm>
          <a:off x="0" y="0"/>
          <a:ext cx="0" cy="0"/>
          <a:chOff x="0" y="0"/>
          <a:chExt cx="0" cy="0"/>
        </a:xfrm>
      </p:grpSpPr>
      <p:sp>
        <p:nvSpPr>
          <p:cNvPr id="27" name="Google Shape;27;p15"/>
          <p:cNvSpPr>
            <a:spLocks noGrp="1"/>
          </p:cNvSpPr>
          <p:nvPr>
            <p:ph type="pic" idx="2"/>
          </p:nvPr>
        </p:nvSpPr>
        <p:spPr>
          <a:xfrm>
            <a:off x="0" y="0"/>
            <a:ext cx="12192000" cy="6858000"/>
          </a:xfrm>
          <a:prstGeom prst="rect">
            <a:avLst/>
          </a:prstGeom>
          <a:noFill/>
          <a:ln>
            <a:noFill/>
          </a:ln>
        </p:spPr>
        <p:txBody>
          <a:bodyPr/>
          <a:lstStyle/>
          <a:p>
            <a:endParaRPr lang="en-NO"/>
          </a:p>
        </p:txBody>
      </p:sp>
      <p:sp>
        <p:nvSpPr>
          <p:cNvPr id="28" name="Google Shape;28;p15"/>
          <p:cNvSpPr txBox="1">
            <a:spLocks noGrp="1"/>
          </p:cNvSpPr>
          <p:nvPr>
            <p:ph type="title"/>
          </p:nvPr>
        </p:nvSpPr>
        <p:spPr>
          <a:xfrm>
            <a:off x="838200" y="13303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A366"/>
              </a:buClr>
              <a:buSzPts val="6000"/>
              <a:buFont typeface="Helvetica Neue"/>
              <a:buNone/>
              <a:defRPr sz="6000">
                <a:solidFill>
                  <a:srgbClr val="FFA36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29" name="Google Shape;29;p15" descr="A logo with a letter f in a circle&#10;&#10;Description automatically generated"/>
          <p:cNvPicPr preferRelativeResize="0"/>
          <p:nvPr/>
        </p:nvPicPr>
        <p:blipFill rotWithShape="1">
          <a:blip r:embed="rId2">
            <a:alphaModFix/>
          </a:blip>
          <a:srcRect/>
          <a:stretch/>
        </p:blipFill>
        <p:spPr>
          <a:xfrm>
            <a:off x="-227542" y="5111221"/>
            <a:ext cx="2131484" cy="2131484"/>
          </a:xfrm>
          <a:prstGeom prst="rect">
            <a:avLst/>
          </a:prstGeom>
          <a:noFill/>
          <a:ln>
            <a:noFill/>
          </a:ln>
        </p:spPr>
      </p:pic>
      <p:sp>
        <p:nvSpPr>
          <p:cNvPr id="30" name="Google Shape;30;p15"/>
          <p:cNvSpPr txBox="1">
            <a:spLocks noGrp="1"/>
          </p:cNvSpPr>
          <p:nvPr>
            <p:ph type="subTitle" idx="1"/>
          </p:nvPr>
        </p:nvSpPr>
        <p:spPr>
          <a:xfrm>
            <a:off x="838200" y="2725093"/>
            <a:ext cx="10515600" cy="1674891"/>
          </a:xfrm>
          <a:prstGeom prst="rect">
            <a:avLst/>
          </a:prstGeom>
          <a:noFill/>
          <a:ln>
            <a:noFill/>
          </a:ln>
        </p:spPr>
        <p:txBody>
          <a:bodyPr spcFirstLastPara="1" wrap="square" lIns="90000" tIns="45700" rIns="91425" bIns="45700" anchor="t" anchorCtr="0">
            <a:normAutofit/>
          </a:bodyPr>
          <a:lstStyle>
            <a:lvl1pPr lvl="0" algn="l">
              <a:lnSpc>
                <a:spcPct val="90000"/>
              </a:lnSpc>
              <a:spcBef>
                <a:spcPts val="1000"/>
              </a:spcBef>
              <a:spcAft>
                <a:spcPts val="0"/>
              </a:spcAft>
              <a:buClr>
                <a:srgbClr val="BFBFBF"/>
              </a:buClr>
              <a:buSzPts val="2400"/>
              <a:buNone/>
              <a:defRPr sz="2400">
                <a:solidFill>
                  <a:srgbClr val="BFBFBF"/>
                </a:solidFill>
              </a:defRPr>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kst venstre og bilde høyre">
  <p:cSld name="Tekst venstre og bilde høyre">
    <p:spTree>
      <p:nvGrpSpPr>
        <p:cNvPr id="1" name="Shape 31"/>
        <p:cNvGrpSpPr/>
        <p:nvPr/>
      </p:nvGrpSpPr>
      <p:grpSpPr>
        <a:xfrm>
          <a:off x="0" y="0"/>
          <a:ext cx="0" cy="0"/>
          <a:chOff x="0" y="0"/>
          <a:chExt cx="0" cy="0"/>
        </a:xfrm>
      </p:grpSpPr>
      <p:sp>
        <p:nvSpPr>
          <p:cNvPr id="32" name="Google Shape;32;p16"/>
          <p:cNvSpPr txBox="1">
            <a:spLocks noGrp="1"/>
          </p:cNvSpPr>
          <p:nvPr>
            <p:ph type="body" idx="1"/>
          </p:nvPr>
        </p:nvSpPr>
        <p:spPr>
          <a:xfrm>
            <a:off x="721056" y="1883228"/>
            <a:ext cx="4933122" cy="3970601"/>
          </a:xfrm>
          <a:prstGeom prst="rect">
            <a:avLst/>
          </a:prstGeom>
          <a:noFill/>
          <a:ln>
            <a:noFill/>
          </a:ln>
        </p:spPr>
        <p:txBody>
          <a:bodyPr spcFirstLastPara="1" wrap="square" lIns="90000" tIns="45700" rIns="91425" bIns="45700" anchor="t" anchorCtr="0">
            <a:normAutofit/>
          </a:bodyPr>
          <a:lstStyle>
            <a:lvl1pPr marL="457200" lvl="0" indent="-355600" algn="l">
              <a:lnSpc>
                <a:spcPct val="90000"/>
              </a:lnSpc>
              <a:spcBef>
                <a:spcPts val="1000"/>
              </a:spcBef>
              <a:spcAft>
                <a:spcPts val="0"/>
              </a:spcAft>
              <a:buClr>
                <a:srgbClr val="FEFEFE"/>
              </a:buClr>
              <a:buSzPts val="2000"/>
              <a:buChar char="•"/>
              <a:defRPr sz="2000" b="0">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3" name="Google Shape;33;p16"/>
          <p:cNvSpPr txBox="1">
            <a:spLocks noGrp="1"/>
          </p:cNvSpPr>
          <p:nvPr>
            <p:ph type="body" idx="2"/>
          </p:nvPr>
        </p:nvSpPr>
        <p:spPr>
          <a:xfrm>
            <a:off x="1661533" y="6370638"/>
            <a:ext cx="3992646" cy="365125"/>
          </a:xfrm>
          <a:prstGeom prst="rect">
            <a:avLst/>
          </a:prstGeom>
          <a:noFill/>
          <a:ln>
            <a:noFill/>
          </a:ln>
        </p:spPr>
        <p:txBody>
          <a:bodyPr spcFirstLastPara="1" wrap="square" lIns="90000" tIns="45700" rIns="91425" bIns="45700" anchor="t" anchorCtr="0">
            <a:normAutofit/>
          </a:bodyPr>
          <a:lstStyle>
            <a:lvl1pPr marL="457200" lvl="0" indent="-228600" algn="r">
              <a:lnSpc>
                <a:spcPct val="90000"/>
              </a:lnSpc>
              <a:spcBef>
                <a:spcPts val="1000"/>
              </a:spcBef>
              <a:spcAft>
                <a:spcPts val="0"/>
              </a:spcAft>
              <a:buClr>
                <a:schemeClr val="lt1"/>
              </a:buClr>
              <a:buSzPts val="1100"/>
              <a:buNone/>
              <a:defRPr sz="1100" b="0" i="0">
                <a:latin typeface="Helvetica Neue"/>
                <a:ea typeface="Helvetica Neue"/>
                <a:cs typeface="Helvetica Neue"/>
                <a:sym typeface="Helvetica Neue"/>
              </a:defRPr>
            </a:lvl1pPr>
            <a:lvl2pPr marL="914400" lvl="1" indent="-285750" algn="l">
              <a:lnSpc>
                <a:spcPct val="90000"/>
              </a:lnSpc>
              <a:spcBef>
                <a:spcPts val="500"/>
              </a:spcBef>
              <a:spcAft>
                <a:spcPts val="0"/>
              </a:spcAft>
              <a:buClr>
                <a:schemeClr val="lt1"/>
              </a:buClr>
              <a:buSzPts val="900"/>
              <a:buChar char="•"/>
              <a:defRPr sz="900"/>
            </a:lvl2pPr>
            <a:lvl3pPr marL="1371600" lvl="2" indent="-285750" algn="l">
              <a:lnSpc>
                <a:spcPct val="90000"/>
              </a:lnSpc>
              <a:spcBef>
                <a:spcPts val="500"/>
              </a:spcBef>
              <a:spcAft>
                <a:spcPts val="0"/>
              </a:spcAft>
              <a:buClr>
                <a:schemeClr val="lt1"/>
              </a:buClr>
              <a:buSzPts val="900"/>
              <a:buChar char="•"/>
              <a:defRPr sz="900"/>
            </a:lvl3pPr>
            <a:lvl4pPr marL="1828800" lvl="3" indent="-285750" algn="l">
              <a:lnSpc>
                <a:spcPct val="90000"/>
              </a:lnSpc>
              <a:spcBef>
                <a:spcPts val="500"/>
              </a:spcBef>
              <a:spcAft>
                <a:spcPts val="0"/>
              </a:spcAft>
              <a:buClr>
                <a:schemeClr val="lt1"/>
              </a:buClr>
              <a:buSzPts val="900"/>
              <a:buChar char="•"/>
              <a:defRPr sz="900"/>
            </a:lvl4pPr>
            <a:lvl5pPr marL="2286000" lvl="4" indent="-285750" algn="l">
              <a:lnSpc>
                <a:spcPct val="90000"/>
              </a:lnSpc>
              <a:spcBef>
                <a:spcPts val="500"/>
              </a:spcBef>
              <a:spcAft>
                <a:spcPts val="0"/>
              </a:spcAft>
              <a:buClr>
                <a:schemeClr val="lt1"/>
              </a:buClr>
              <a:buSzPts val="900"/>
              <a:buChar char="•"/>
              <a:defRPr sz="9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4" name="Google Shape;34;p16"/>
          <p:cNvSpPr txBox="1">
            <a:spLocks noGrp="1"/>
          </p:cNvSpPr>
          <p:nvPr>
            <p:ph type="title"/>
          </p:nvPr>
        </p:nvSpPr>
        <p:spPr>
          <a:xfrm>
            <a:off x="721056" y="707572"/>
            <a:ext cx="4933121" cy="106547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A366"/>
              </a:buClr>
              <a:buSzPts val="2800"/>
              <a:buFont typeface="Helvetica Neue"/>
              <a:buNone/>
              <a:defRPr sz="2800">
                <a:solidFill>
                  <a:srgbClr val="FFA36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5" name="Google Shape;35;p16" descr="A logo with a letter f in a circle&#10;&#10;Description automatically generated"/>
          <p:cNvPicPr preferRelativeResize="0"/>
          <p:nvPr/>
        </p:nvPicPr>
        <p:blipFill rotWithShape="1">
          <a:blip r:embed="rId2">
            <a:alphaModFix/>
          </a:blip>
          <a:srcRect/>
          <a:stretch/>
        </p:blipFill>
        <p:spPr>
          <a:xfrm>
            <a:off x="-227542" y="5111221"/>
            <a:ext cx="2131484" cy="2131484"/>
          </a:xfrm>
          <a:prstGeom prst="rect">
            <a:avLst/>
          </a:prstGeom>
          <a:noFill/>
          <a:ln>
            <a:noFill/>
          </a:ln>
        </p:spPr>
      </p:pic>
      <p:sp>
        <p:nvSpPr>
          <p:cNvPr id="36" name="Google Shape;36;p16"/>
          <p:cNvSpPr>
            <a:spLocks noGrp="1"/>
          </p:cNvSpPr>
          <p:nvPr>
            <p:ph type="pic" idx="3"/>
          </p:nvPr>
        </p:nvSpPr>
        <p:spPr>
          <a:xfrm>
            <a:off x="6096000" y="0"/>
            <a:ext cx="6096000" cy="6858000"/>
          </a:xfrm>
          <a:prstGeom prst="rect">
            <a:avLst/>
          </a:prstGeom>
          <a:noFill/>
          <a:ln>
            <a:noFill/>
          </a:ln>
        </p:spPr>
        <p:txBody>
          <a:bodyPr/>
          <a:lstStyle/>
          <a:p>
            <a:endParaRPr lang="en-N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ammenligning" type="twoObj">
  <p:cSld name="TWO_OBJECTS">
    <p:spTree>
      <p:nvGrpSpPr>
        <p:cNvPr id="1" name="Shape 37"/>
        <p:cNvGrpSpPr/>
        <p:nvPr/>
      </p:nvGrpSpPr>
      <p:grpSpPr>
        <a:xfrm>
          <a:off x="0" y="0"/>
          <a:ext cx="0" cy="0"/>
          <a:chOff x="0" y="0"/>
          <a:chExt cx="0" cy="0"/>
        </a:xfrm>
      </p:grpSpPr>
      <p:sp>
        <p:nvSpPr>
          <p:cNvPr id="38" name="Google Shape;38;p17"/>
          <p:cNvSpPr txBox="1">
            <a:spLocks noGrp="1"/>
          </p:cNvSpPr>
          <p:nvPr>
            <p:ph type="title"/>
          </p:nvPr>
        </p:nvSpPr>
        <p:spPr>
          <a:xfrm>
            <a:off x="1086678" y="365125"/>
            <a:ext cx="1026712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A366"/>
              </a:buClr>
              <a:buSzPts val="2400"/>
              <a:buFont typeface="Helvetica Neue"/>
              <a:buNone/>
              <a:defRPr>
                <a:solidFill>
                  <a:srgbClr val="FFA36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7"/>
          <p:cNvSpPr txBox="1">
            <a:spLocks noGrp="1"/>
          </p:cNvSpPr>
          <p:nvPr>
            <p:ph type="body" idx="1"/>
          </p:nvPr>
        </p:nvSpPr>
        <p:spPr>
          <a:xfrm>
            <a:off x="1086678" y="1825625"/>
            <a:ext cx="4933122" cy="4351338"/>
          </a:xfrm>
          <a:prstGeom prst="rect">
            <a:avLst/>
          </a:prstGeom>
          <a:noFill/>
          <a:ln>
            <a:noFill/>
          </a:ln>
        </p:spPr>
        <p:txBody>
          <a:bodyPr spcFirstLastPara="1" wrap="square" lIns="90000" tIns="45700" rIns="91425" bIns="45700" anchor="t" anchorCtr="0">
            <a:normAutofit/>
          </a:bodyPr>
          <a:lstStyle>
            <a:lvl1pPr marL="457200" lvl="0" indent="-355600" algn="l">
              <a:lnSpc>
                <a:spcPct val="90000"/>
              </a:lnSpc>
              <a:spcBef>
                <a:spcPts val="1000"/>
              </a:spcBef>
              <a:spcAft>
                <a:spcPts val="0"/>
              </a:spcAft>
              <a:buClr>
                <a:srgbClr val="FEFEFE"/>
              </a:buClr>
              <a:buSzPts val="2000"/>
              <a:buChar char="•"/>
              <a:defRPr sz="2000" b="0">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0" name="Google Shape;40;p17"/>
          <p:cNvSpPr txBox="1">
            <a:spLocks noGrp="1"/>
          </p:cNvSpPr>
          <p:nvPr>
            <p:ph type="body" idx="2"/>
          </p:nvPr>
        </p:nvSpPr>
        <p:spPr>
          <a:xfrm>
            <a:off x="6420676" y="1825625"/>
            <a:ext cx="4933123" cy="4351338"/>
          </a:xfrm>
          <a:prstGeom prst="rect">
            <a:avLst/>
          </a:prstGeom>
          <a:noFill/>
          <a:ln>
            <a:noFill/>
          </a:ln>
        </p:spPr>
        <p:txBody>
          <a:bodyPr spcFirstLastPara="1" wrap="square" lIns="90000" tIns="45700" rIns="91425" bIns="45700" anchor="t" anchorCtr="0">
            <a:normAutofit/>
          </a:bodyPr>
          <a:lstStyle>
            <a:lvl1pPr marL="457200" lvl="0" indent="-355600" algn="l">
              <a:lnSpc>
                <a:spcPct val="90000"/>
              </a:lnSpc>
              <a:spcBef>
                <a:spcPts val="1000"/>
              </a:spcBef>
              <a:spcAft>
                <a:spcPts val="0"/>
              </a:spcAft>
              <a:buClr>
                <a:srgbClr val="FEFEFE"/>
              </a:buClr>
              <a:buSzPts val="2000"/>
              <a:buChar char="•"/>
              <a:defRPr sz="2000" b="0">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pic>
        <p:nvPicPr>
          <p:cNvPr id="41" name="Google Shape;41;p17" descr="A logo with a letter f in a circle&#10;&#10;Description automatically generated"/>
          <p:cNvPicPr preferRelativeResize="0"/>
          <p:nvPr/>
        </p:nvPicPr>
        <p:blipFill rotWithShape="1">
          <a:blip r:embed="rId2">
            <a:alphaModFix/>
          </a:blip>
          <a:srcRect/>
          <a:stretch/>
        </p:blipFill>
        <p:spPr>
          <a:xfrm>
            <a:off x="-227542" y="5111221"/>
            <a:ext cx="2131484" cy="213148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lde til venstre og tekst til høyre">
  <p:cSld name="Bilde til venstre og tekst til høyre">
    <p:spTree>
      <p:nvGrpSpPr>
        <p:cNvPr id="1" name="Shape 42"/>
        <p:cNvGrpSpPr/>
        <p:nvPr/>
      </p:nvGrpSpPr>
      <p:grpSpPr>
        <a:xfrm>
          <a:off x="0" y="0"/>
          <a:ext cx="0" cy="0"/>
          <a:chOff x="0" y="0"/>
          <a:chExt cx="0" cy="0"/>
        </a:xfrm>
      </p:grpSpPr>
      <p:sp>
        <p:nvSpPr>
          <p:cNvPr id="43" name="Google Shape;43;p18"/>
          <p:cNvSpPr>
            <a:spLocks noGrp="1"/>
          </p:cNvSpPr>
          <p:nvPr>
            <p:ph type="pic" idx="2"/>
          </p:nvPr>
        </p:nvSpPr>
        <p:spPr>
          <a:xfrm>
            <a:off x="0" y="0"/>
            <a:ext cx="6096000" cy="6858000"/>
          </a:xfrm>
          <a:prstGeom prst="rect">
            <a:avLst/>
          </a:prstGeom>
          <a:noFill/>
          <a:ln>
            <a:noFill/>
          </a:ln>
        </p:spPr>
      </p:sp>
      <p:sp>
        <p:nvSpPr>
          <p:cNvPr id="44" name="Google Shape;44;p18"/>
          <p:cNvSpPr txBox="1">
            <a:spLocks noGrp="1"/>
          </p:cNvSpPr>
          <p:nvPr>
            <p:ph type="body" idx="1"/>
          </p:nvPr>
        </p:nvSpPr>
        <p:spPr>
          <a:xfrm>
            <a:off x="6335472" y="1883228"/>
            <a:ext cx="4933122" cy="3970601"/>
          </a:xfrm>
          <a:prstGeom prst="rect">
            <a:avLst/>
          </a:prstGeom>
          <a:noFill/>
          <a:ln>
            <a:noFill/>
          </a:ln>
        </p:spPr>
        <p:txBody>
          <a:bodyPr spcFirstLastPara="1" wrap="square" lIns="90000" tIns="45700" rIns="91425" bIns="45700" anchor="t" anchorCtr="0">
            <a:normAutofit/>
          </a:bodyPr>
          <a:lstStyle>
            <a:lvl1pPr marL="457200" lvl="0" indent="-355600" algn="l">
              <a:lnSpc>
                <a:spcPct val="90000"/>
              </a:lnSpc>
              <a:spcBef>
                <a:spcPts val="1000"/>
              </a:spcBef>
              <a:spcAft>
                <a:spcPts val="0"/>
              </a:spcAft>
              <a:buClr>
                <a:srgbClr val="FEFEFE"/>
              </a:buClr>
              <a:buSzPts val="2000"/>
              <a:buChar char="•"/>
              <a:defRPr sz="2000" b="0">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18"/>
          <p:cNvSpPr txBox="1">
            <a:spLocks noGrp="1"/>
          </p:cNvSpPr>
          <p:nvPr>
            <p:ph type="body" idx="3"/>
          </p:nvPr>
        </p:nvSpPr>
        <p:spPr>
          <a:xfrm>
            <a:off x="6335472" y="6370638"/>
            <a:ext cx="4230595" cy="365125"/>
          </a:xfrm>
          <a:prstGeom prst="rect">
            <a:avLst/>
          </a:prstGeom>
          <a:noFill/>
          <a:ln>
            <a:noFill/>
          </a:ln>
        </p:spPr>
        <p:txBody>
          <a:bodyPr spcFirstLastPara="1" wrap="square" lIns="90000" tIns="45700" rIns="91425" bIns="45700" anchor="t" anchorCtr="0">
            <a:normAutofit/>
          </a:bodyPr>
          <a:lstStyle>
            <a:lvl1pPr marL="457200" lvl="0" indent="-228600" algn="r">
              <a:lnSpc>
                <a:spcPct val="90000"/>
              </a:lnSpc>
              <a:spcBef>
                <a:spcPts val="1000"/>
              </a:spcBef>
              <a:spcAft>
                <a:spcPts val="0"/>
              </a:spcAft>
              <a:buClr>
                <a:schemeClr val="lt1"/>
              </a:buClr>
              <a:buSzPts val="1100"/>
              <a:buNone/>
              <a:defRPr sz="1100" b="0" i="0">
                <a:latin typeface="Helvetica Neue"/>
                <a:ea typeface="Helvetica Neue"/>
                <a:cs typeface="Helvetica Neue"/>
                <a:sym typeface="Helvetica Neue"/>
              </a:defRPr>
            </a:lvl1pPr>
            <a:lvl2pPr marL="914400" lvl="1" indent="-285750" algn="l">
              <a:lnSpc>
                <a:spcPct val="90000"/>
              </a:lnSpc>
              <a:spcBef>
                <a:spcPts val="500"/>
              </a:spcBef>
              <a:spcAft>
                <a:spcPts val="0"/>
              </a:spcAft>
              <a:buClr>
                <a:schemeClr val="lt1"/>
              </a:buClr>
              <a:buSzPts val="900"/>
              <a:buChar char="•"/>
              <a:defRPr sz="900"/>
            </a:lvl2pPr>
            <a:lvl3pPr marL="1371600" lvl="2" indent="-285750" algn="l">
              <a:lnSpc>
                <a:spcPct val="90000"/>
              </a:lnSpc>
              <a:spcBef>
                <a:spcPts val="500"/>
              </a:spcBef>
              <a:spcAft>
                <a:spcPts val="0"/>
              </a:spcAft>
              <a:buClr>
                <a:schemeClr val="lt1"/>
              </a:buClr>
              <a:buSzPts val="900"/>
              <a:buChar char="•"/>
              <a:defRPr sz="900"/>
            </a:lvl3pPr>
            <a:lvl4pPr marL="1828800" lvl="3" indent="-285750" algn="l">
              <a:lnSpc>
                <a:spcPct val="90000"/>
              </a:lnSpc>
              <a:spcBef>
                <a:spcPts val="500"/>
              </a:spcBef>
              <a:spcAft>
                <a:spcPts val="0"/>
              </a:spcAft>
              <a:buClr>
                <a:schemeClr val="lt1"/>
              </a:buClr>
              <a:buSzPts val="900"/>
              <a:buChar char="•"/>
              <a:defRPr sz="900"/>
            </a:lvl4pPr>
            <a:lvl5pPr marL="2286000" lvl="4" indent="-285750" algn="l">
              <a:lnSpc>
                <a:spcPct val="90000"/>
              </a:lnSpc>
              <a:spcBef>
                <a:spcPts val="500"/>
              </a:spcBef>
              <a:spcAft>
                <a:spcPts val="0"/>
              </a:spcAft>
              <a:buClr>
                <a:schemeClr val="lt1"/>
              </a:buClr>
              <a:buSzPts val="900"/>
              <a:buChar char="•"/>
              <a:defRPr sz="9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6" name="Google Shape;46;p18"/>
          <p:cNvSpPr txBox="1">
            <a:spLocks noGrp="1"/>
          </p:cNvSpPr>
          <p:nvPr>
            <p:ph type="sldNum" idx="12"/>
          </p:nvPr>
        </p:nvSpPr>
        <p:spPr>
          <a:xfrm>
            <a:off x="10727473" y="6370637"/>
            <a:ext cx="1295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47" name="Google Shape;47;p18"/>
          <p:cNvSpPr txBox="1">
            <a:spLocks noGrp="1"/>
          </p:cNvSpPr>
          <p:nvPr>
            <p:ph type="title"/>
          </p:nvPr>
        </p:nvSpPr>
        <p:spPr>
          <a:xfrm>
            <a:off x="6335472" y="707572"/>
            <a:ext cx="4933121" cy="106547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A366"/>
              </a:buClr>
              <a:buSzPts val="2800"/>
              <a:buFont typeface="Helvetica Neue"/>
              <a:buNone/>
              <a:defRPr sz="2800">
                <a:solidFill>
                  <a:srgbClr val="FFA36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48" name="Google Shape;48;p18" descr="A logo with a letter f in a circle&#10;&#10;Description automatically generated"/>
          <p:cNvPicPr preferRelativeResize="0"/>
          <p:nvPr/>
        </p:nvPicPr>
        <p:blipFill rotWithShape="1">
          <a:blip r:embed="rId2">
            <a:alphaModFix/>
          </a:blip>
          <a:srcRect/>
          <a:stretch/>
        </p:blipFill>
        <p:spPr>
          <a:xfrm>
            <a:off x="-227542" y="5111221"/>
            <a:ext cx="2131484" cy="2131484"/>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gendefinert oppsett">
  <p:cSld name="Egendefinert oppsett">
    <p:spTree>
      <p:nvGrpSpPr>
        <p:cNvPr id="1" name="Shape 49"/>
        <p:cNvGrpSpPr/>
        <p:nvPr/>
      </p:nvGrpSpPr>
      <p:grpSpPr>
        <a:xfrm>
          <a:off x="0" y="0"/>
          <a:ext cx="0" cy="0"/>
          <a:chOff x="0" y="0"/>
          <a:chExt cx="0" cy="0"/>
        </a:xfrm>
      </p:grpSpPr>
      <p:sp>
        <p:nvSpPr>
          <p:cNvPr id="50" name="Google Shape;50;p19"/>
          <p:cNvSpPr txBox="1"/>
          <p:nvPr/>
        </p:nvSpPr>
        <p:spPr>
          <a:xfrm>
            <a:off x="2334665" y="3105834"/>
            <a:ext cx="752266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rgbClr val="F2F2F2"/>
                </a:solidFill>
                <a:latin typeface="Calibri"/>
                <a:ea typeface="Calibri"/>
                <a:cs typeface="Calibri"/>
                <a:sym typeface="Calibri"/>
              </a:rPr>
              <a:t>Clocking in Today, to Unlock Tomorrow!</a:t>
            </a:r>
            <a:endParaRPr sz="1400" b="0" i="0" u="none" strike="noStrike" cap="none">
              <a:solidFill>
                <a:srgbClr val="000000"/>
              </a:solidFill>
              <a:latin typeface="Arial"/>
              <a:ea typeface="Arial"/>
              <a:cs typeface="Arial"/>
              <a:sym typeface="Arial"/>
            </a:endParaRPr>
          </a:p>
        </p:txBody>
      </p:sp>
      <p:pic>
        <p:nvPicPr>
          <p:cNvPr id="51" name="Google Shape;51;p19" descr="A logo with a letter f in a circle&#10;&#10;Description automatically generated"/>
          <p:cNvPicPr preferRelativeResize="0"/>
          <p:nvPr/>
        </p:nvPicPr>
        <p:blipFill rotWithShape="1">
          <a:blip r:embed="rId2">
            <a:alphaModFix/>
          </a:blip>
          <a:srcRect/>
          <a:stretch/>
        </p:blipFill>
        <p:spPr>
          <a:xfrm>
            <a:off x="-227542" y="5111221"/>
            <a:ext cx="2131484" cy="213148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ogo på rød bakgrunn">
  <p:cSld name="Logo på rød bakgrunn">
    <p:spTree>
      <p:nvGrpSpPr>
        <p:cNvPr id="1" name="Shape 52"/>
        <p:cNvGrpSpPr/>
        <p:nvPr/>
      </p:nvGrpSpPr>
      <p:grpSpPr>
        <a:xfrm>
          <a:off x="0" y="0"/>
          <a:ext cx="0" cy="0"/>
          <a:chOff x="0" y="0"/>
          <a:chExt cx="0" cy="0"/>
        </a:xfrm>
      </p:grpSpPr>
      <p:pic>
        <p:nvPicPr>
          <p:cNvPr id="53" name="Google Shape;53;p20" descr="A logo with a letter f in a circle&#10;&#10;Description automatically generated"/>
          <p:cNvPicPr preferRelativeResize="0"/>
          <p:nvPr/>
        </p:nvPicPr>
        <p:blipFill rotWithShape="1">
          <a:blip r:embed="rId2">
            <a:alphaModFix/>
          </a:blip>
          <a:srcRect/>
          <a:stretch/>
        </p:blipFill>
        <p:spPr>
          <a:xfrm>
            <a:off x="3173906" y="506906"/>
            <a:ext cx="5844188" cy="584418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unktliste" type="obj">
  <p:cSld name="OBJECT">
    <p:spTree>
      <p:nvGrpSpPr>
        <p:cNvPr id="1" name="Shape 54"/>
        <p:cNvGrpSpPr/>
        <p:nvPr/>
      </p:nvGrpSpPr>
      <p:grpSpPr>
        <a:xfrm>
          <a:off x="0" y="0"/>
          <a:ext cx="0" cy="0"/>
          <a:chOff x="0" y="0"/>
          <a:chExt cx="0" cy="0"/>
        </a:xfrm>
      </p:grpSpPr>
      <p:pic>
        <p:nvPicPr>
          <p:cNvPr id="55" name="Google Shape;55;p21" descr="A logo with a letter f in a circle&#10;&#10;Description automatically generated"/>
          <p:cNvPicPr preferRelativeResize="0"/>
          <p:nvPr/>
        </p:nvPicPr>
        <p:blipFill rotWithShape="1">
          <a:blip r:embed="rId2">
            <a:alphaModFix/>
          </a:blip>
          <a:srcRect/>
          <a:stretch/>
        </p:blipFill>
        <p:spPr>
          <a:xfrm>
            <a:off x="-227542" y="5111221"/>
            <a:ext cx="2131484" cy="2131484"/>
          </a:xfrm>
          <a:prstGeom prst="rect">
            <a:avLst/>
          </a:prstGeom>
          <a:noFill/>
          <a:ln>
            <a:noFill/>
          </a:ln>
        </p:spPr>
      </p:pic>
      <p:sp>
        <p:nvSpPr>
          <p:cNvPr id="56" name="Google Shape;56;p21"/>
          <p:cNvSpPr txBox="1">
            <a:spLocks noGrp="1"/>
          </p:cNvSpPr>
          <p:nvPr>
            <p:ph type="title"/>
          </p:nvPr>
        </p:nvSpPr>
        <p:spPr>
          <a:xfrm>
            <a:off x="961292" y="365125"/>
            <a:ext cx="1039250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A366"/>
              </a:buClr>
              <a:buSzPts val="2400"/>
              <a:buFont typeface="Helvetica Neue"/>
              <a:buNone/>
              <a:defRPr>
                <a:solidFill>
                  <a:srgbClr val="FFA36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1"/>
          <p:cNvSpPr txBox="1">
            <a:spLocks noGrp="1"/>
          </p:cNvSpPr>
          <p:nvPr>
            <p:ph type="body" idx="1"/>
          </p:nvPr>
        </p:nvSpPr>
        <p:spPr>
          <a:xfrm>
            <a:off x="961292" y="1825625"/>
            <a:ext cx="10392507" cy="4351338"/>
          </a:xfrm>
          <a:prstGeom prst="rect">
            <a:avLst/>
          </a:prstGeom>
          <a:noFill/>
          <a:ln>
            <a:noFill/>
          </a:ln>
        </p:spPr>
        <p:txBody>
          <a:bodyPr spcFirstLastPara="1" wrap="square" lIns="90000" tIns="45700" rIns="91425" bIns="45700" anchor="t" anchorCtr="0">
            <a:normAutofit/>
          </a:bodyPr>
          <a:lstStyle>
            <a:lvl1pPr marL="457200" lvl="0" indent="-355600" algn="l">
              <a:lnSpc>
                <a:spcPct val="90000"/>
              </a:lnSpc>
              <a:spcBef>
                <a:spcPts val="1000"/>
              </a:spcBef>
              <a:spcAft>
                <a:spcPts val="0"/>
              </a:spcAft>
              <a:buClr>
                <a:srgbClr val="FEFEFE"/>
              </a:buClr>
              <a:buSzPts val="2000"/>
              <a:buChar char="•"/>
              <a:defRPr sz="2000" b="0">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8" name="Google Shape;58;p21"/>
          <p:cNvSpPr txBox="1">
            <a:spLocks noGrp="1"/>
          </p:cNvSpPr>
          <p:nvPr>
            <p:ph type="ftr" idx="11"/>
          </p:nvPr>
        </p:nvSpPr>
        <p:spPr>
          <a:xfrm>
            <a:off x="4038600" y="6356350"/>
            <a:ext cx="7315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itat">
  <p:cSld name="Sitat">
    <p:spTree>
      <p:nvGrpSpPr>
        <p:cNvPr id="1" name="Shape 59"/>
        <p:cNvGrpSpPr/>
        <p:nvPr/>
      </p:nvGrpSpPr>
      <p:grpSpPr>
        <a:xfrm>
          <a:off x="0" y="0"/>
          <a:ext cx="0" cy="0"/>
          <a:chOff x="0" y="0"/>
          <a:chExt cx="0" cy="0"/>
        </a:xfrm>
      </p:grpSpPr>
      <p:sp>
        <p:nvSpPr>
          <p:cNvPr id="60" name="Google Shape;60;p22"/>
          <p:cNvSpPr txBox="1">
            <a:spLocks noGrp="1"/>
          </p:cNvSpPr>
          <p:nvPr>
            <p:ph type="body" idx="1"/>
          </p:nvPr>
        </p:nvSpPr>
        <p:spPr>
          <a:xfrm>
            <a:off x="1008405" y="1917700"/>
            <a:ext cx="6486258" cy="2070100"/>
          </a:xfrm>
          <a:prstGeom prst="rect">
            <a:avLst/>
          </a:prstGeom>
          <a:noFill/>
          <a:ln>
            <a:noFill/>
          </a:ln>
        </p:spPr>
        <p:txBody>
          <a:bodyPr spcFirstLastPara="1" wrap="square" lIns="90000" tIns="45700" rIns="91425" bIns="45700" anchor="b" anchorCtr="0">
            <a:normAutofit/>
          </a:bodyPr>
          <a:lstStyle>
            <a:lvl1pPr marL="457200" lvl="0" indent="-228600" algn="l">
              <a:lnSpc>
                <a:spcPct val="90000"/>
              </a:lnSpc>
              <a:spcBef>
                <a:spcPts val="1000"/>
              </a:spcBef>
              <a:spcAft>
                <a:spcPts val="0"/>
              </a:spcAft>
              <a:buClr>
                <a:srgbClr val="FEFEFE"/>
              </a:buClr>
              <a:buSzPts val="3600"/>
              <a:buNone/>
              <a:defRPr sz="3600">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1" name="Google Shape;61;p22"/>
          <p:cNvSpPr txBox="1">
            <a:spLocks noGrp="1"/>
          </p:cNvSpPr>
          <p:nvPr>
            <p:ph type="body" idx="2"/>
          </p:nvPr>
        </p:nvSpPr>
        <p:spPr>
          <a:xfrm>
            <a:off x="1008405" y="4203700"/>
            <a:ext cx="6486258" cy="482600"/>
          </a:xfrm>
          <a:prstGeom prst="rect">
            <a:avLst/>
          </a:prstGeom>
          <a:noFill/>
          <a:ln>
            <a:noFill/>
          </a:ln>
        </p:spPr>
        <p:txBody>
          <a:bodyPr spcFirstLastPara="1" wrap="square" lIns="90000" tIns="45700" rIns="91425" bIns="45700" anchor="t" anchorCtr="0">
            <a:normAutofit/>
          </a:bodyPr>
          <a:lstStyle>
            <a:lvl1pPr marL="457200" lvl="0" indent="-228600" algn="l">
              <a:lnSpc>
                <a:spcPct val="90000"/>
              </a:lnSpc>
              <a:spcBef>
                <a:spcPts val="1000"/>
              </a:spcBef>
              <a:spcAft>
                <a:spcPts val="0"/>
              </a:spcAft>
              <a:buClr>
                <a:srgbClr val="FFA366"/>
              </a:buClr>
              <a:buSzPts val="2000"/>
              <a:buNone/>
              <a:defRPr b="1">
                <a:solidFill>
                  <a:srgbClr val="FFA366"/>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2" name="Google Shape;62;p22"/>
          <p:cNvSpPr txBox="1">
            <a:spLocks noGrp="1"/>
          </p:cNvSpPr>
          <p:nvPr>
            <p:ph type="body" idx="3"/>
          </p:nvPr>
        </p:nvSpPr>
        <p:spPr>
          <a:xfrm>
            <a:off x="1008405" y="4686300"/>
            <a:ext cx="6486258" cy="482600"/>
          </a:xfrm>
          <a:prstGeom prst="rect">
            <a:avLst/>
          </a:prstGeom>
          <a:noFill/>
          <a:ln>
            <a:noFill/>
          </a:ln>
        </p:spPr>
        <p:txBody>
          <a:bodyPr spcFirstLastPara="1" wrap="square" lIns="90000" tIns="45700" rIns="91425" bIns="45700" anchor="t" anchorCtr="0">
            <a:normAutofit/>
          </a:bodyPr>
          <a:lstStyle>
            <a:lvl1pPr marL="457200" lvl="0" indent="-228600" algn="l">
              <a:lnSpc>
                <a:spcPct val="90000"/>
              </a:lnSpc>
              <a:spcBef>
                <a:spcPts val="1000"/>
              </a:spcBef>
              <a:spcAft>
                <a:spcPts val="0"/>
              </a:spcAft>
              <a:buClr>
                <a:srgbClr val="FEFEFE"/>
              </a:buClr>
              <a:buSzPts val="2000"/>
              <a:buNone/>
              <a:defRPr sz="2000">
                <a:solidFill>
                  <a:srgbClr val="FEFEFE"/>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3" name="Google Shape;63;p22"/>
          <p:cNvSpPr>
            <a:spLocks noGrp="1"/>
          </p:cNvSpPr>
          <p:nvPr>
            <p:ph type="pic" idx="4"/>
          </p:nvPr>
        </p:nvSpPr>
        <p:spPr>
          <a:xfrm>
            <a:off x="7672699" y="1404938"/>
            <a:ext cx="3810000" cy="4302125"/>
          </a:xfrm>
          <a:prstGeom prst="rect">
            <a:avLst/>
          </a:prstGeom>
          <a:noFill/>
          <a:ln>
            <a:noFill/>
          </a:ln>
        </p:spPr>
      </p:sp>
      <p:pic>
        <p:nvPicPr>
          <p:cNvPr id="64" name="Google Shape;64;p22" descr="A logo with a letter f in a circle&#10;&#10;Description automatically generated"/>
          <p:cNvPicPr preferRelativeResize="0"/>
          <p:nvPr/>
        </p:nvPicPr>
        <p:blipFill rotWithShape="1">
          <a:blip r:embed="rId2">
            <a:alphaModFix/>
          </a:blip>
          <a:srcRect/>
          <a:stretch/>
        </p:blipFill>
        <p:spPr>
          <a:xfrm>
            <a:off x="-227542" y="5111221"/>
            <a:ext cx="2131484" cy="213148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2_Fullskjermbilde">
  <p:cSld name="2_Fullskjermbilde">
    <p:spTree>
      <p:nvGrpSpPr>
        <p:cNvPr id="1" name="Shape 65"/>
        <p:cNvGrpSpPr/>
        <p:nvPr/>
      </p:nvGrpSpPr>
      <p:grpSpPr>
        <a:xfrm>
          <a:off x="0" y="0"/>
          <a:ext cx="0" cy="0"/>
          <a:chOff x="0" y="0"/>
          <a:chExt cx="0" cy="0"/>
        </a:xfrm>
      </p:grpSpPr>
      <p:sp>
        <p:nvSpPr>
          <p:cNvPr id="66" name="Google Shape;66;p23"/>
          <p:cNvSpPr>
            <a:spLocks noGrp="1"/>
          </p:cNvSpPr>
          <p:nvPr>
            <p:ph type="pic" idx="2"/>
          </p:nvPr>
        </p:nvSpPr>
        <p:spPr>
          <a:xfrm>
            <a:off x="0" y="0"/>
            <a:ext cx="12192000" cy="6858000"/>
          </a:xfrm>
          <a:prstGeom prst="rect">
            <a:avLst/>
          </a:prstGeom>
          <a:noFill/>
          <a:ln>
            <a:noFill/>
          </a:ln>
        </p:spPr>
      </p:sp>
      <p:sp>
        <p:nvSpPr>
          <p:cNvPr id="67" name="Google Shape;67;p23"/>
          <p:cNvSpPr txBox="1">
            <a:spLocks noGrp="1"/>
          </p:cNvSpPr>
          <p:nvPr>
            <p:ph type="title"/>
          </p:nvPr>
        </p:nvSpPr>
        <p:spPr>
          <a:xfrm>
            <a:off x="838200" y="13303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A366"/>
              </a:buClr>
              <a:buSzPts val="6000"/>
              <a:buFont typeface="Helvetica Neue"/>
              <a:buNone/>
              <a:defRPr sz="6000">
                <a:solidFill>
                  <a:srgbClr val="FFA36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68" name="Google Shape;68;p23" descr="A logo with a letter f in a circle&#10;&#10;Description automatically generated"/>
          <p:cNvPicPr preferRelativeResize="0"/>
          <p:nvPr/>
        </p:nvPicPr>
        <p:blipFill rotWithShape="1">
          <a:blip r:embed="rId2">
            <a:alphaModFix/>
          </a:blip>
          <a:srcRect/>
          <a:stretch/>
        </p:blipFill>
        <p:spPr>
          <a:xfrm>
            <a:off x="-227542" y="5111221"/>
            <a:ext cx="2131484" cy="2131484"/>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omt" type="blank">
  <p:cSld name="BLANK">
    <p:spTree>
      <p:nvGrpSpPr>
        <p:cNvPr id="1" name="Shape 69"/>
        <p:cNvGrpSpPr/>
        <p:nvPr/>
      </p:nvGrpSpPr>
      <p:grpSpPr>
        <a:xfrm>
          <a:off x="0" y="0"/>
          <a:ext cx="0" cy="0"/>
          <a:chOff x="0" y="0"/>
          <a:chExt cx="0" cy="0"/>
        </a:xfrm>
      </p:grpSpPr>
      <p:pic>
        <p:nvPicPr>
          <p:cNvPr id="70" name="Google Shape;70;p24" descr="A logo with a letter f in a circle&#10;&#10;Description automatically generated"/>
          <p:cNvPicPr preferRelativeResize="0"/>
          <p:nvPr/>
        </p:nvPicPr>
        <p:blipFill rotWithShape="1">
          <a:blip r:embed="rId2">
            <a:alphaModFix/>
          </a:blip>
          <a:srcRect/>
          <a:stretch/>
        </p:blipFill>
        <p:spPr>
          <a:xfrm>
            <a:off x="-227542" y="5111221"/>
            <a:ext cx="2131484" cy="213148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Fullskjermbilde">
  <p:cSld name="1_Fullskjermbilde">
    <p:spTree>
      <p:nvGrpSpPr>
        <p:cNvPr id="1" name="Shape 71"/>
        <p:cNvGrpSpPr/>
        <p:nvPr/>
      </p:nvGrpSpPr>
      <p:grpSpPr>
        <a:xfrm>
          <a:off x="0" y="0"/>
          <a:ext cx="0" cy="0"/>
          <a:chOff x="0" y="0"/>
          <a:chExt cx="0" cy="0"/>
        </a:xfrm>
      </p:grpSpPr>
      <p:sp>
        <p:nvSpPr>
          <p:cNvPr id="72" name="Google Shape;72;p25"/>
          <p:cNvSpPr>
            <a:spLocks noGrp="1"/>
          </p:cNvSpPr>
          <p:nvPr>
            <p:ph type="pic" idx="2"/>
          </p:nvPr>
        </p:nvSpPr>
        <p:spPr>
          <a:xfrm>
            <a:off x="0" y="0"/>
            <a:ext cx="12192000" cy="6858000"/>
          </a:xfrm>
          <a:prstGeom prst="rect">
            <a:avLst/>
          </a:prstGeom>
          <a:noFill/>
          <a:ln>
            <a:noFill/>
          </a:ln>
        </p:spPr>
      </p:sp>
      <p:sp>
        <p:nvSpPr>
          <p:cNvPr id="73" name="Google Shape;73;p25"/>
          <p:cNvSpPr txBox="1">
            <a:spLocks noGrp="1"/>
          </p:cNvSpPr>
          <p:nvPr>
            <p:ph type="title"/>
          </p:nvPr>
        </p:nvSpPr>
        <p:spPr>
          <a:xfrm>
            <a:off x="838200" y="13303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A366"/>
              </a:buClr>
              <a:buSzPts val="6000"/>
              <a:buFont typeface="Helvetica Neue"/>
              <a:buNone/>
              <a:defRPr sz="6000">
                <a:solidFill>
                  <a:srgbClr val="FFA36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4" name="Google Shape;74;p25" descr="A logo with a letter f in a circle&#10;&#10;Description automatically generated"/>
          <p:cNvPicPr preferRelativeResize="0"/>
          <p:nvPr/>
        </p:nvPicPr>
        <p:blipFill rotWithShape="1">
          <a:blip r:embed="rId2">
            <a:alphaModFix/>
          </a:blip>
          <a:srcRect/>
          <a:stretch/>
        </p:blipFill>
        <p:spPr>
          <a:xfrm>
            <a:off x="-227542" y="5111221"/>
            <a:ext cx="2131484" cy="213148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Person">
  <p:cSld name="1_Person">
    <p:spTree>
      <p:nvGrpSpPr>
        <p:cNvPr id="1" name="Shape 75"/>
        <p:cNvGrpSpPr/>
        <p:nvPr/>
      </p:nvGrpSpPr>
      <p:grpSpPr>
        <a:xfrm>
          <a:off x="0" y="0"/>
          <a:ext cx="0" cy="0"/>
          <a:chOff x="0" y="0"/>
          <a:chExt cx="0" cy="0"/>
        </a:xfrm>
      </p:grpSpPr>
      <p:sp>
        <p:nvSpPr>
          <p:cNvPr id="76" name="Google Shape;76;p26"/>
          <p:cNvSpPr/>
          <p:nvPr/>
        </p:nvSpPr>
        <p:spPr>
          <a:xfrm>
            <a:off x="0" y="1"/>
            <a:ext cx="12192000" cy="2805695"/>
          </a:xfrm>
          <a:prstGeom prst="rect">
            <a:avLst/>
          </a:prstGeom>
          <a:solidFill>
            <a:srgbClr val="F2F3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pic>
        <p:nvPicPr>
          <p:cNvPr id="77" name="Google Shape;77;p26"/>
          <p:cNvPicPr preferRelativeResize="0"/>
          <p:nvPr/>
        </p:nvPicPr>
        <p:blipFill rotWithShape="1">
          <a:blip r:embed="rId2">
            <a:alphaModFix/>
          </a:blip>
          <a:srcRect/>
          <a:stretch/>
        </p:blipFill>
        <p:spPr>
          <a:xfrm>
            <a:off x="1102237" y="1000124"/>
            <a:ext cx="2440153" cy="3050191"/>
          </a:xfrm>
          <a:prstGeom prst="rect">
            <a:avLst/>
          </a:prstGeom>
          <a:noFill/>
          <a:ln>
            <a:noFill/>
          </a:ln>
        </p:spPr>
      </p:pic>
      <p:sp>
        <p:nvSpPr>
          <p:cNvPr id="78" name="Google Shape;78;p26"/>
          <p:cNvSpPr txBox="1">
            <a:spLocks noGrp="1"/>
          </p:cNvSpPr>
          <p:nvPr>
            <p:ph type="title"/>
          </p:nvPr>
        </p:nvSpPr>
        <p:spPr>
          <a:xfrm>
            <a:off x="3972124" y="1499784"/>
            <a:ext cx="7983499"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A366"/>
              </a:buClr>
              <a:buSzPts val="4000"/>
              <a:buFont typeface="Helvetica Neue"/>
              <a:buNone/>
              <a:defRPr sz="4000" b="1">
                <a:solidFill>
                  <a:srgbClr val="FFA36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6"/>
          <p:cNvSpPr txBox="1">
            <a:spLocks noGrp="1"/>
          </p:cNvSpPr>
          <p:nvPr>
            <p:ph type="body" idx="1"/>
          </p:nvPr>
        </p:nvSpPr>
        <p:spPr>
          <a:xfrm>
            <a:off x="3971562" y="1000125"/>
            <a:ext cx="7975879" cy="469055"/>
          </a:xfrm>
          <a:prstGeom prst="rect">
            <a:avLst/>
          </a:prstGeom>
          <a:noFill/>
          <a:ln>
            <a:noFill/>
          </a:ln>
        </p:spPr>
        <p:txBody>
          <a:bodyPr spcFirstLastPara="1" wrap="square" lIns="90000" tIns="45700" rIns="91425" bIns="45700" anchor="t" anchorCtr="0">
            <a:noAutofit/>
          </a:bodyPr>
          <a:lstStyle>
            <a:lvl1pPr marL="457200" lvl="0" indent="-228600" algn="l">
              <a:lnSpc>
                <a:spcPct val="90000"/>
              </a:lnSpc>
              <a:spcBef>
                <a:spcPts val="1000"/>
              </a:spcBef>
              <a:spcAft>
                <a:spcPts val="0"/>
              </a:spcAft>
              <a:buClr>
                <a:srgbClr val="FEFEFE"/>
              </a:buClr>
              <a:buSzPts val="2667"/>
              <a:buNone/>
              <a:defRPr sz="2667" b="0">
                <a:solidFill>
                  <a:srgbClr val="FEFEFE"/>
                </a:solidFill>
              </a:defRPr>
            </a:lvl1pPr>
            <a:lvl2pPr marL="914400" lvl="1" indent="-228600" algn="l">
              <a:lnSpc>
                <a:spcPct val="90000"/>
              </a:lnSpc>
              <a:spcBef>
                <a:spcPts val="500"/>
              </a:spcBef>
              <a:spcAft>
                <a:spcPts val="0"/>
              </a:spcAft>
              <a:buClr>
                <a:schemeClr val="lt1"/>
              </a:buClr>
              <a:buSzPts val="2667"/>
              <a:buNone/>
              <a:defRPr sz="2667"/>
            </a:lvl2pPr>
            <a:lvl3pPr marL="1371600" lvl="2" indent="-228600" algn="l">
              <a:lnSpc>
                <a:spcPct val="90000"/>
              </a:lnSpc>
              <a:spcBef>
                <a:spcPts val="500"/>
              </a:spcBef>
              <a:spcAft>
                <a:spcPts val="0"/>
              </a:spcAft>
              <a:buClr>
                <a:schemeClr val="lt1"/>
              </a:buClr>
              <a:buSzPts val="2667"/>
              <a:buNone/>
              <a:defRPr sz="2667"/>
            </a:lvl3pPr>
            <a:lvl4pPr marL="1828800" lvl="3" indent="-228600" algn="l">
              <a:lnSpc>
                <a:spcPct val="90000"/>
              </a:lnSpc>
              <a:spcBef>
                <a:spcPts val="500"/>
              </a:spcBef>
              <a:spcAft>
                <a:spcPts val="0"/>
              </a:spcAft>
              <a:buClr>
                <a:schemeClr val="lt1"/>
              </a:buClr>
              <a:buSzPts val="2667"/>
              <a:buNone/>
              <a:defRPr sz="2667"/>
            </a:lvl4pPr>
            <a:lvl5pPr marL="2286000" lvl="4" indent="-228600" algn="l">
              <a:lnSpc>
                <a:spcPct val="90000"/>
              </a:lnSpc>
              <a:spcBef>
                <a:spcPts val="500"/>
              </a:spcBef>
              <a:spcAft>
                <a:spcPts val="0"/>
              </a:spcAft>
              <a:buClr>
                <a:schemeClr val="lt1"/>
              </a:buClr>
              <a:buSzPts val="2667"/>
              <a:buNone/>
              <a:defRPr sz="2667"/>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0" name="Google Shape;80;p26"/>
          <p:cNvSpPr>
            <a:spLocks noGrp="1"/>
          </p:cNvSpPr>
          <p:nvPr>
            <p:ph type="pic" idx="2"/>
          </p:nvPr>
        </p:nvSpPr>
        <p:spPr>
          <a:xfrm>
            <a:off x="1099928" y="1000125"/>
            <a:ext cx="2442461" cy="3050191"/>
          </a:xfrm>
          <a:prstGeom prst="rect">
            <a:avLst/>
          </a:prstGeom>
          <a:noFill/>
          <a:ln>
            <a:noFill/>
          </a:ln>
        </p:spPr>
      </p:sp>
      <p:sp>
        <p:nvSpPr>
          <p:cNvPr id="81" name="Google Shape;81;p26"/>
          <p:cNvSpPr txBox="1">
            <a:spLocks noGrp="1"/>
          </p:cNvSpPr>
          <p:nvPr>
            <p:ph type="body" idx="3"/>
          </p:nvPr>
        </p:nvSpPr>
        <p:spPr>
          <a:xfrm>
            <a:off x="3975651" y="3552172"/>
            <a:ext cx="7975879" cy="2578213"/>
          </a:xfrm>
          <a:prstGeom prst="rect">
            <a:avLst/>
          </a:prstGeom>
          <a:noFill/>
          <a:ln>
            <a:noFill/>
          </a:ln>
        </p:spPr>
        <p:txBody>
          <a:bodyPr spcFirstLastPara="1" wrap="square" lIns="90000" tIns="45700" rIns="91425" bIns="45700" anchor="t" anchorCtr="0">
            <a:normAutofit/>
          </a:bodyPr>
          <a:lstStyle>
            <a:lvl1pPr marL="457200" lvl="0" indent="-228600" algn="l">
              <a:lnSpc>
                <a:spcPct val="90000"/>
              </a:lnSpc>
              <a:spcBef>
                <a:spcPts val="1000"/>
              </a:spcBef>
              <a:spcAft>
                <a:spcPts val="0"/>
              </a:spcAft>
              <a:buClr>
                <a:srgbClr val="141E28"/>
              </a:buClr>
              <a:buSzPts val="2800"/>
              <a:buNone/>
              <a:defRPr sz="2800">
                <a:solidFill>
                  <a:srgbClr val="141E28"/>
                </a:solidFill>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2" name="Google Shape;82;p26"/>
          <p:cNvSpPr txBox="1">
            <a:spLocks noGrp="1"/>
          </p:cNvSpPr>
          <p:nvPr>
            <p:ph type="body" idx="4"/>
          </p:nvPr>
        </p:nvSpPr>
        <p:spPr>
          <a:xfrm>
            <a:off x="3971561" y="2994120"/>
            <a:ext cx="7975880" cy="418984"/>
          </a:xfrm>
          <a:prstGeom prst="rect">
            <a:avLst/>
          </a:prstGeom>
          <a:noFill/>
          <a:ln>
            <a:noFill/>
          </a:ln>
        </p:spPr>
        <p:txBody>
          <a:bodyPr spcFirstLastPara="1" wrap="square" lIns="90000" tIns="45700" rIns="91425" bIns="45700" anchor="t" anchorCtr="0">
            <a:noAutofit/>
          </a:bodyPr>
          <a:lstStyle>
            <a:lvl1pPr marL="457200" lvl="0" indent="-228600" algn="l">
              <a:lnSpc>
                <a:spcPct val="90000"/>
              </a:lnSpc>
              <a:spcBef>
                <a:spcPts val="1000"/>
              </a:spcBef>
              <a:spcAft>
                <a:spcPts val="0"/>
              </a:spcAft>
              <a:buClr>
                <a:srgbClr val="141E28"/>
              </a:buClr>
              <a:buSzPts val="2400"/>
              <a:buNone/>
              <a:defRPr sz="2400" b="0">
                <a:solidFill>
                  <a:srgbClr val="141E28"/>
                </a:solidFill>
              </a:defRPr>
            </a:lvl1pPr>
            <a:lvl2pPr marL="914400" lvl="1" indent="-228600" algn="l">
              <a:lnSpc>
                <a:spcPct val="90000"/>
              </a:lnSpc>
              <a:spcBef>
                <a:spcPts val="500"/>
              </a:spcBef>
              <a:spcAft>
                <a:spcPts val="0"/>
              </a:spcAft>
              <a:buClr>
                <a:schemeClr val="lt1"/>
              </a:buClr>
              <a:buSzPts val="2667"/>
              <a:buNone/>
              <a:defRPr sz="2667"/>
            </a:lvl2pPr>
            <a:lvl3pPr marL="1371600" lvl="2" indent="-228600" algn="l">
              <a:lnSpc>
                <a:spcPct val="90000"/>
              </a:lnSpc>
              <a:spcBef>
                <a:spcPts val="500"/>
              </a:spcBef>
              <a:spcAft>
                <a:spcPts val="0"/>
              </a:spcAft>
              <a:buClr>
                <a:schemeClr val="lt1"/>
              </a:buClr>
              <a:buSzPts val="2667"/>
              <a:buNone/>
              <a:defRPr sz="2667"/>
            </a:lvl3pPr>
            <a:lvl4pPr marL="1828800" lvl="3" indent="-228600" algn="l">
              <a:lnSpc>
                <a:spcPct val="90000"/>
              </a:lnSpc>
              <a:spcBef>
                <a:spcPts val="500"/>
              </a:spcBef>
              <a:spcAft>
                <a:spcPts val="0"/>
              </a:spcAft>
              <a:buClr>
                <a:schemeClr val="lt1"/>
              </a:buClr>
              <a:buSzPts val="2667"/>
              <a:buNone/>
              <a:defRPr sz="2667"/>
            </a:lvl4pPr>
            <a:lvl5pPr marL="2286000" lvl="4" indent="-228600" algn="l">
              <a:lnSpc>
                <a:spcPct val="90000"/>
              </a:lnSpc>
              <a:spcBef>
                <a:spcPts val="500"/>
              </a:spcBef>
              <a:spcAft>
                <a:spcPts val="0"/>
              </a:spcAft>
              <a:buClr>
                <a:schemeClr val="lt1"/>
              </a:buClr>
              <a:buSzPts val="2667"/>
              <a:buNone/>
              <a:defRPr sz="2667"/>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pic>
        <p:nvPicPr>
          <p:cNvPr id="83" name="Google Shape;83;p26" descr="A logo with a letter f in a circle&#10;&#10;Description automatically generated"/>
          <p:cNvPicPr preferRelativeResize="0"/>
          <p:nvPr/>
        </p:nvPicPr>
        <p:blipFill rotWithShape="1">
          <a:blip r:embed="rId3">
            <a:alphaModFix/>
          </a:blip>
          <a:srcRect/>
          <a:stretch/>
        </p:blipFill>
        <p:spPr>
          <a:xfrm>
            <a:off x="-227542" y="5111221"/>
            <a:ext cx="2131484" cy="213148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961292" y="365125"/>
            <a:ext cx="10392508"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FFA366"/>
              </a:buClr>
              <a:buSzPts val="2400"/>
              <a:buFont typeface="Helvetica Neue"/>
              <a:buNone/>
              <a:defRPr sz="2400" b="1" i="0" u="none" strike="noStrike" cap="none">
                <a:solidFill>
                  <a:srgbClr val="FFA366"/>
                </a:solidFill>
                <a:latin typeface="Helvetica Neue"/>
                <a:ea typeface="Helvetica Neue"/>
                <a:cs typeface="Helvetica Neue"/>
                <a:sym typeface="Helvetica Neu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961292" y="1825625"/>
            <a:ext cx="10392507" cy="4351338"/>
          </a:xfrm>
          <a:prstGeom prst="rect">
            <a:avLst/>
          </a:prstGeom>
          <a:noFill/>
          <a:ln>
            <a:noFill/>
          </a:ln>
        </p:spPr>
        <p:txBody>
          <a:bodyPr spcFirstLastPara="1" wrap="square" lIns="90000" tIns="45700" rIns="91425" bIns="45700" anchor="t" anchorCtr="0">
            <a:normAutofit/>
          </a:bodyPr>
          <a:lstStyle>
            <a:lvl1pPr marL="457200" marR="0" lvl="0" indent="-355600" algn="l" rtl="0">
              <a:lnSpc>
                <a:spcPct val="90000"/>
              </a:lnSpc>
              <a:spcBef>
                <a:spcPts val="1000"/>
              </a:spcBef>
              <a:spcAft>
                <a:spcPts val="0"/>
              </a:spcAft>
              <a:buClr>
                <a:schemeClr val="lt1"/>
              </a:buClr>
              <a:buSzPts val="2000"/>
              <a:buFont typeface="Arial"/>
              <a:buChar char="•"/>
              <a:defRPr sz="2000" b="0" i="0" u="none" strike="noStrike" cap="none">
                <a:solidFill>
                  <a:schemeClr val="lt1"/>
                </a:solidFill>
                <a:latin typeface="Helvetica Neue"/>
                <a:ea typeface="Helvetica Neue"/>
                <a:cs typeface="Helvetica Neue"/>
                <a:sym typeface="Helvetica Neue"/>
              </a:defRPr>
            </a:lvl1pPr>
            <a:lvl2pPr marL="914400" marR="0" lvl="1"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Helvetica Neue"/>
                <a:ea typeface="Helvetica Neue"/>
                <a:cs typeface="Helvetica Neue"/>
                <a:sym typeface="Helvetica Neue"/>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9pPr>
          </a:lstStyle>
          <a:p>
            <a:endParaRPr/>
          </a:p>
        </p:txBody>
      </p:sp>
      <p:sp>
        <p:nvSpPr>
          <p:cNvPr id="12" name="Google Shape;12;p12"/>
          <p:cNvSpPr txBox="1"/>
          <p:nvPr/>
        </p:nvSpPr>
        <p:spPr>
          <a:xfrm>
            <a:off x="10007600" y="6553200"/>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A366"/>
              </a:buClr>
              <a:buSzPts val="6000"/>
              <a:buFont typeface="Helvetica Neue"/>
              <a:buNone/>
            </a:pPr>
            <a:r>
              <a:rPr lang="en-US"/>
              <a:t>Multiverse Smaug Superiority</a:t>
            </a:r>
            <a:endParaRPr/>
          </a:p>
        </p:txBody>
      </p:sp>
      <p:sp>
        <p:nvSpPr>
          <p:cNvPr id="89" name="Google Shape;89;p1"/>
          <p:cNvSpPr txBox="1">
            <a:spLocks noGrp="1"/>
          </p:cNvSpPr>
          <p:nvPr>
            <p:ph type="subTitle" idx="1"/>
          </p:nvPr>
        </p:nvSpPr>
        <p:spPr>
          <a:xfrm>
            <a:off x="1524000" y="3602038"/>
            <a:ext cx="9144000" cy="1655762"/>
          </a:xfrm>
          <a:prstGeom prst="rect">
            <a:avLst/>
          </a:prstGeom>
          <a:noFill/>
          <a:ln>
            <a:noFill/>
          </a:ln>
        </p:spPr>
        <p:txBody>
          <a:bodyPr spcFirstLastPara="1" wrap="square" lIns="90000" tIns="45700" rIns="91425" bIns="45700" anchor="t" anchorCtr="0">
            <a:normAutofit/>
          </a:bodyPr>
          <a:lstStyle/>
          <a:p>
            <a:pPr marL="0" lvl="0" indent="0" algn="ctr" rtl="0">
              <a:lnSpc>
                <a:spcPct val="90000"/>
              </a:lnSpc>
              <a:spcBef>
                <a:spcPts val="0"/>
              </a:spcBef>
              <a:spcAft>
                <a:spcPts val="0"/>
              </a:spcAft>
              <a:buClr>
                <a:srgbClr val="FEFEFE"/>
              </a:buClr>
              <a:buSzPts val="2400"/>
              <a:buNone/>
            </a:pPr>
            <a:r>
              <a:rPr lang="en-US"/>
              <a:t>Help Smaug in the multiverse Auction House Game.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title"/>
          </p:nvPr>
        </p:nvSpPr>
        <p:spPr>
          <a:xfrm>
            <a:off x="3972124" y="1499784"/>
            <a:ext cx="7983499"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A366"/>
              </a:buClr>
              <a:buSzPts val="4000"/>
              <a:buFont typeface="Helvetica Neue"/>
              <a:buNone/>
            </a:pPr>
            <a:r>
              <a:rPr lang="en-US"/>
              <a:t>The client: Multiverse Smaug</a:t>
            </a:r>
            <a:endParaRPr/>
          </a:p>
        </p:txBody>
      </p:sp>
      <p:sp>
        <p:nvSpPr>
          <p:cNvPr id="95" name="Google Shape;95;p2"/>
          <p:cNvSpPr txBox="1">
            <a:spLocks noGrp="1"/>
          </p:cNvSpPr>
          <p:nvPr>
            <p:ph type="body" idx="3"/>
          </p:nvPr>
        </p:nvSpPr>
        <p:spPr>
          <a:xfrm>
            <a:off x="3975651" y="3552172"/>
            <a:ext cx="7975879" cy="2578213"/>
          </a:xfrm>
          <a:prstGeom prst="rect">
            <a:avLst/>
          </a:prstGeom>
          <a:noFill/>
          <a:ln>
            <a:noFill/>
          </a:ln>
        </p:spPr>
        <p:txBody>
          <a:bodyPr spcFirstLastPara="1" wrap="square" lIns="90000" tIns="45700" rIns="91425" bIns="45700" anchor="t" anchorCtr="0">
            <a:normAutofit lnSpcReduction="10000"/>
          </a:bodyPr>
          <a:lstStyle/>
          <a:p>
            <a:pPr marL="0" lvl="0" indent="0" algn="l" rtl="0">
              <a:lnSpc>
                <a:spcPct val="90000"/>
              </a:lnSpc>
              <a:spcBef>
                <a:spcPts val="0"/>
              </a:spcBef>
              <a:spcAft>
                <a:spcPts val="0"/>
              </a:spcAft>
              <a:buClr>
                <a:srgbClr val="BFBFBF"/>
              </a:buClr>
              <a:buSzPts val="2800"/>
              <a:buNone/>
            </a:pPr>
            <a:r>
              <a:rPr lang="en-US" sz="1800">
                <a:solidFill>
                  <a:srgbClr val="BFBFBF"/>
                </a:solidFill>
                <a:latin typeface="Roboto"/>
                <a:ea typeface="Roboto"/>
                <a:cs typeface="Roboto"/>
                <a:sym typeface="Roboto"/>
              </a:rPr>
              <a:t>Smaug, the Magnificent (and slightly greedy) Dragon from The Hobbit, seeks to prove his superiority among his interdimensional counterparts. To settle this once and for all, he's calling upon the genius AI developers from Fremtiden Consulting across the multiverse to participate in an epic competition!</a:t>
            </a:r>
            <a:br>
              <a:rPr lang="en-US" sz="1800">
                <a:solidFill>
                  <a:srgbClr val="BFBFBF"/>
                </a:solidFill>
                <a:latin typeface="Roboto"/>
                <a:ea typeface="Roboto"/>
                <a:cs typeface="Roboto"/>
                <a:sym typeface="Roboto"/>
              </a:rPr>
            </a:br>
            <a:br>
              <a:rPr lang="en-US" sz="1800">
                <a:solidFill>
                  <a:srgbClr val="BFBFBF"/>
                </a:solidFill>
                <a:latin typeface="Roboto"/>
                <a:ea typeface="Roboto"/>
                <a:cs typeface="Roboto"/>
                <a:sym typeface="Roboto"/>
              </a:rPr>
            </a:br>
            <a:endParaRPr sz="1800">
              <a:solidFill>
                <a:srgbClr val="BFBFBF"/>
              </a:solidFill>
              <a:latin typeface="Roboto"/>
              <a:ea typeface="Roboto"/>
              <a:cs typeface="Roboto"/>
              <a:sym typeface="Roboto"/>
            </a:endParaRPr>
          </a:p>
          <a:p>
            <a:pPr marL="0" lvl="0" indent="0" algn="l" rtl="0">
              <a:lnSpc>
                <a:spcPct val="90000"/>
              </a:lnSpc>
              <a:spcBef>
                <a:spcPts val="0"/>
              </a:spcBef>
              <a:spcAft>
                <a:spcPts val="0"/>
              </a:spcAft>
              <a:buClr>
                <a:srgbClr val="BFBFBF"/>
              </a:buClr>
              <a:buSzPts val="2800"/>
              <a:buNone/>
            </a:pPr>
            <a:r>
              <a:rPr lang="en-US" sz="1800">
                <a:solidFill>
                  <a:srgbClr val="BFBFBF"/>
                </a:solidFill>
                <a:latin typeface="Roboto"/>
                <a:ea typeface="Roboto"/>
                <a:cs typeface="Roboto"/>
                <a:sym typeface="Roboto"/>
              </a:rPr>
              <a:t>The Facilitator:</a:t>
            </a:r>
            <a:br>
              <a:rPr lang="en-US" sz="1800">
                <a:solidFill>
                  <a:srgbClr val="BFBFBF"/>
                </a:solidFill>
                <a:latin typeface="Roboto"/>
                <a:ea typeface="Roboto"/>
                <a:cs typeface="Roboto"/>
                <a:sym typeface="Roboto"/>
              </a:rPr>
            </a:br>
            <a:r>
              <a:rPr lang="en-US" sz="1800">
                <a:solidFill>
                  <a:srgbClr val="BFBFBF"/>
                </a:solidFill>
                <a:latin typeface="Roboto"/>
                <a:ea typeface="Roboto"/>
                <a:cs typeface="Roboto"/>
                <a:sym typeface="Roboto"/>
              </a:rPr>
              <a:t>None other than the Master of the Mystic Arts, Doctor Strange, will oversee this grand competition. With his magical prowess and interdimensional know-how, he'll ensure a fair and exhilarating contest.</a:t>
            </a:r>
            <a:endParaRPr/>
          </a:p>
        </p:txBody>
      </p:sp>
      <p:sp>
        <p:nvSpPr>
          <p:cNvPr id="96" name="Google Shape;96;p2"/>
          <p:cNvSpPr txBox="1">
            <a:spLocks noGrp="1"/>
          </p:cNvSpPr>
          <p:nvPr>
            <p:ph type="body" idx="4"/>
          </p:nvPr>
        </p:nvSpPr>
        <p:spPr>
          <a:xfrm>
            <a:off x="3971561" y="2994120"/>
            <a:ext cx="7975880" cy="418984"/>
          </a:xfrm>
          <a:prstGeom prst="rect">
            <a:avLst/>
          </a:prstGeom>
          <a:noFill/>
          <a:ln>
            <a:noFill/>
          </a:ln>
        </p:spPr>
        <p:txBody>
          <a:bodyPr spcFirstLastPara="1" wrap="square" lIns="90000" tIns="45700" rIns="91425" bIns="45700" anchor="t" anchorCtr="0">
            <a:noAutofit/>
          </a:bodyPr>
          <a:lstStyle/>
          <a:p>
            <a:pPr marL="0" lvl="0" indent="0" algn="l" rtl="0">
              <a:lnSpc>
                <a:spcPct val="90000"/>
              </a:lnSpc>
              <a:spcBef>
                <a:spcPts val="0"/>
              </a:spcBef>
              <a:spcAft>
                <a:spcPts val="0"/>
              </a:spcAft>
              <a:buClr>
                <a:srgbClr val="FEC199"/>
              </a:buClr>
              <a:buSzPts val="2400"/>
              <a:buNone/>
            </a:pPr>
            <a:r>
              <a:rPr lang="en-US">
                <a:solidFill>
                  <a:srgbClr val="FEC199"/>
                </a:solidFill>
              </a:rPr>
              <a:t>Smaug</a:t>
            </a:r>
            <a:endParaRPr>
              <a:solidFill>
                <a:srgbClr val="FEC199"/>
              </a:solidFill>
            </a:endParaRPr>
          </a:p>
        </p:txBody>
      </p:sp>
      <p:pic>
        <p:nvPicPr>
          <p:cNvPr id="97" name="Google Shape;97;p2"/>
          <p:cNvPicPr preferRelativeResize="0"/>
          <p:nvPr/>
        </p:nvPicPr>
        <p:blipFill>
          <a:blip r:embed="rId3">
            <a:alphaModFix/>
          </a:blip>
          <a:stretch>
            <a:fillRect/>
          </a:stretch>
        </p:blipFill>
        <p:spPr>
          <a:xfrm>
            <a:off x="1018775" y="597850"/>
            <a:ext cx="2438932" cy="2510475"/>
          </a:xfrm>
          <a:prstGeom prst="rect">
            <a:avLst/>
          </a:prstGeom>
          <a:noFill/>
          <a:ln>
            <a:noFill/>
          </a:ln>
        </p:spPr>
      </p:pic>
      <p:pic>
        <p:nvPicPr>
          <p:cNvPr id="98" name="Google Shape;98;p2"/>
          <p:cNvPicPr preferRelativeResize="0"/>
          <p:nvPr/>
        </p:nvPicPr>
        <p:blipFill>
          <a:blip r:embed="rId4">
            <a:alphaModFix/>
          </a:blip>
          <a:stretch>
            <a:fillRect/>
          </a:stretch>
        </p:blipFill>
        <p:spPr>
          <a:xfrm>
            <a:off x="858275" y="1499766"/>
            <a:ext cx="3453271" cy="2502884"/>
          </a:xfrm>
          <a:prstGeom prst="rect">
            <a:avLst/>
          </a:prstGeom>
          <a:noFill/>
          <a:ln>
            <a:noFill/>
          </a:ln>
        </p:spPr>
      </p:pic>
      <p:pic>
        <p:nvPicPr>
          <p:cNvPr id="99" name="Google Shape;99;p2" descr="A black mustache on a black background&#10;&#10;Description automatically generated"/>
          <p:cNvPicPr preferRelativeResize="0"/>
          <p:nvPr/>
        </p:nvPicPr>
        <p:blipFill rotWithShape="1">
          <a:blip r:embed="rId5">
            <a:alphaModFix/>
          </a:blip>
          <a:srcRect/>
          <a:stretch/>
        </p:blipFill>
        <p:spPr>
          <a:xfrm>
            <a:off x="1715725" y="1893838"/>
            <a:ext cx="788670" cy="6112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3" descr="A close-up of a computer&#10;&#10;Description automatically generated"/>
          <p:cNvPicPr preferRelativeResize="0">
            <a:picLocks noGrp="1"/>
          </p:cNvPicPr>
          <p:nvPr>
            <p:ph type="pic" idx="2"/>
          </p:nvPr>
        </p:nvPicPr>
        <p:blipFill rotWithShape="1">
          <a:blip r:embed="rId3">
            <a:alphaModFix/>
          </a:blip>
          <a:srcRect l="3796" r="3795"/>
          <a:stretch/>
        </p:blipFill>
        <p:spPr>
          <a:xfrm>
            <a:off x="0" y="0"/>
            <a:ext cx="12192000" cy="6858000"/>
          </a:xfrm>
          <a:prstGeom prst="rect">
            <a:avLst/>
          </a:prstGeom>
          <a:noFill/>
          <a:ln>
            <a:noFill/>
          </a:ln>
        </p:spPr>
      </p:pic>
      <p:sp>
        <p:nvSpPr>
          <p:cNvPr id="105" name="Google Shape;105;p3"/>
          <p:cNvSpPr txBox="1">
            <a:spLocks noGrp="1"/>
          </p:cNvSpPr>
          <p:nvPr>
            <p:ph type="title"/>
          </p:nvPr>
        </p:nvSpPr>
        <p:spPr>
          <a:xfrm>
            <a:off x="838200" y="13303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A366"/>
              </a:buClr>
              <a:buSzPts val="6000"/>
              <a:buFont typeface="Helvetica Neue"/>
              <a:buNone/>
            </a:pPr>
            <a:r>
              <a:rPr lang="en-US"/>
              <a:t>Mission Statement</a:t>
            </a:r>
            <a:endParaRPr/>
          </a:p>
        </p:txBody>
      </p:sp>
      <p:sp>
        <p:nvSpPr>
          <p:cNvPr id="106" name="Google Shape;106;p3"/>
          <p:cNvSpPr txBox="1">
            <a:spLocks noGrp="1"/>
          </p:cNvSpPr>
          <p:nvPr>
            <p:ph type="subTitle" idx="1"/>
          </p:nvPr>
        </p:nvSpPr>
        <p:spPr>
          <a:xfrm>
            <a:off x="838200" y="2725093"/>
            <a:ext cx="10515600" cy="1674891"/>
          </a:xfrm>
          <a:prstGeom prst="rect">
            <a:avLst/>
          </a:prstGeom>
          <a:noFill/>
          <a:ln>
            <a:noFill/>
          </a:ln>
        </p:spPr>
        <p:txBody>
          <a:bodyPr spcFirstLastPara="1" wrap="square" lIns="90000" tIns="45700" rIns="91425" bIns="45700" anchor="t" anchorCtr="0">
            <a:normAutofit/>
          </a:bodyPr>
          <a:lstStyle/>
          <a:p>
            <a:pPr marL="0" lvl="0" indent="0" algn="l" rtl="0">
              <a:lnSpc>
                <a:spcPct val="90000"/>
              </a:lnSpc>
              <a:spcBef>
                <a:spcPts val="0"/>
              </a:spcBef>
              <a:spcAft>
                <a:spcPts val="0"/>
              </a:spcAft>
              <a:buClr>
                <a:srgbClr val="7F7F7F"/>
              </a:buClr>
              <a:buSzPts val="2800"/>
              <a:buNone/>
            </a:pPr>
            <a:r>
              <a:rPr lang="en-US" sz="2800">
                <a:solidFill>
                  <a:srgbClr val="7F7F7F"/>
                </a:solidFill>
              </a:rPr>
              <a:t>Craft the ultimate Auction House Bot! Your creation will go head-to-head (or rather, claw-to-claw) against other Smaug-hired bots in a thrilling battle of wits, strategy, and point hoarding!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body" idx="2"/>
          </p:nvPr>
        </p:nvSpPr>
        <p:spPr>
          <a:xfrm>
            <a:off x="1661533" y="6370638"/>
            <a:ext cx="3992646" cy="365125"/>
          </a:xfrm>
          <a:prstGeom prst="rect">
            <a:avLst/>
          </a:prstGeom>
          <a:noFill/>
          <a:ln>
            <a:noFill/>
          </a:ln>
        </p:spPr>
        <p:txBody>
          <a:bodyPr spcFirstLastPara="1" wrap="square" lIns="90000" tIns="45700" rIns="91425" bIns="45700" anchor="t" anchorCtr="0">
            <a:normAutofit/>
          </a:bodyPr>
          <a:lstStyle/>
          <a:p>
            <a:pPr marL="228600" lvl="0" indent="-228600" algn="r" rtl="0">
              <a:lnSpc>
                <a:spcPct val="90000"/>
              </a:lnSpc>
              <a:spcBef>
                <a:spcPts val="0"/>
              </a:spcBef>
              <a:spcAft>
                <a:spcPts val="0"/>
              </a:spcAft>
              <a:buClr>
                <a:schemeClr val="lt1"/>
              </a:buClr>
              <a:buSzPts val="1100"/>
              <a:buNone/>
            </a:pPr>
            <a:endParaRPr/>
          </a:p>
        </p:txBody>
      </p:sp>
      <p:sp>
        <p:nvSpPr>
          <p:cNvPr id="112" name="Google Shape;112;p4"/>
          <p:cNvSpPr txBox="1">
            <a:spLocks noGrp="1"/>
          </p:cNvSpPr>
          <p:nvPr>
            <p:ph type="title"/>
          </p:nvPr>
        </p:nvSpPr>
        <p:spPr>
          <a:xfrm>
            <a:off x="721056" y="707572"/>
            <a:ext cx="4933121" cy="106547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A366"/>
              </a:buClr>
              <a:buSzPts val="2800"/>
              <a:buFont typeface="Helvetica Neue"/>
              <a:buNone/>
            </a:pPr>
            <a:r>
              <a:rPr lang="en-US"/>
              <a:t>Tools:</a:t>
            </a:r>
            <a:endParaRPr/>
          </a:p>
        </p:txBody>
      </p:sp>
      <p:pic>
        <p:nvPicPr>
          <p:cNvPr id="113" name="Google Shape;113;p4"/>
          <p:cNvPicPr preferRelativeResize="0"/>
          <p:nvPr/>
        </p:nvPicPr>
        <p:blipFill rotWithShape="1">
          <a:blip r:embed="rId3">
            <a:alphaModFix/>
          </a:blip>
          <a:srcRect r="31342"/>
          <a:stretch/>
        </p:blipFill>
        <p:spPr>
          <a:xfrm flipH="1">
            <a:off x="6160973" y="0"/>
            <a:ext cx="6602102" cy="6791401"/>
          </a:xfrm>
          <a:prstGeom prst="rect">
            <a:avLst/>
          </a:prstGeom>
          <a:noFill/>
          <a:ln>
            <a:noFill/>
          </a:ln>
        </p:spPr>
      </p:pic>
      <p:sp>
        <p:nvSpPr>
          <p:cNvPr id="114" name="Google Shape;114;p4"/>
          <p:cNvSpPr txBox="1">
            <a:spLocks noGrp="1"/>
          </p:cNvSpPr>
          <p:nvPr>
            <p:ph type="body" idx="1"/>
          </p:nvPr>
        </p:nvSpPr>
        <p:spPr>
          <a:xfrm>
            <a:off x="233100" y="1883225"/>
            <a:ext cx="6096000" cy="3970500"/>
          </a:xfrm>
          <a:prstGeom prst="rect">
            <a:avLst/>
          </a:prstGeom>
          <a:noFill/>
          <a:ln>
            <a:noFill/>
          </a:ln>
        </p:spPr>
        <p:txBody>
          <a:bodyPr spcFirstLastPara="1" wrap="square" lIns="90000" tIns="45700" rIns="91425" bIns="45700" anchor="t" anchorCtr="0">
            <a:normAutofit/>
          </a:bodyPr>
          <a:lstStyle/>
          <a:p>
            <a:pPr marL="0" lvl="0" indent="0" algn="l" rtl="0">
              <a:lnSpc>
                <a:spcPct val="90000"/>
              </a:lnSpc>
              <a:spcBef>
                <a:spcPts val="0"/>
              </a:spcBef>
              <a:spcAft>
                <a:spcPts val="0"/>
              </a:spcAft>
              <a:buClr>
                <a:schemeClr val="lt1"/>
              </a:buClr>
              <a:buSzPts val="2800"/>
              <a:buNone/>
            </a:pPr>
            <a:r>
              <a:rPr lang="en-US" sz="2800" dirty="0">
                <a:solidFill>
                  <a:schemeClr val="lt1"/>
                </a:solidFill>
              </a:rPr>
              <a:t>Raw python, with some </a:t>
            </a:r>
            <a:r>
              <a:rPr lang="en-US" sz="2800" dirty="0" err="1">
                <a:solidFill>
                  <a:schemeClr val="lt1"/>
                </a:solidFill>
              </a:rPr>
              <a:t>numpy</a:t>
            </a:r>
            <a:r>
              <a:rPr lang="en-US" sz="2800" dirty="0">
                <a:solidFill>
                  <a:schemeClr val="lt1"/>
                </a:solidFill>
              </a:rPr>
              <a:t> where needed. Plotting libs are ok :) </a:t>
            </a:r>
            <a:br>
              <a:rPr lang="en-US" sz="2800" dirty="0">
                <a:solidFill>
                  <a:schemeClr val="lt1"/>
                </a:solidFill>
              </a:rPr>
            </a:br>
            <a:br>
              <a:rPr lang="en-US" sz="2800" dirty="0">
                <a:solidFill>
                  <a:schemeClr val="lt1"/>
                </a:solidFill>
              </a:rPr>
            </a:br>
            <a:r>
              <a:rPr lang="en-US" sz="2800" dirty="0">
                <a:solidFill>
                  <a:schemeClr val="lt1"/>
                </a:solidFill>
              </a:rPr>
              <a:t>The package can be installed with:</a:t>
            </a:r>
            <a:br>
              <a:rPr lang="en-US" sz="2800" dirty="0">
                <a:solidFill>
                  <a:schemeClr val="lt1"/>
                </a:solidFill>
              </a:rPr>
            </a:br>
            <a:r>
              <a:rPr lang="en-US" sz="2800" dirty="0">
                <a:solidFill>
                  <a:schemeClr val="lt1"/>
                </a:solidFill>
              </a:rPr>
              <a:t>pip install </a:t>
            </a:r>
            <a:r>
              <a:rPr lang="en-US" sz="2800" dirty="0" err="1">
                <a:solidFill>
                  <a:schemeClr val="lt1"/>
                </a:solidFill>
              </a:rPr>
              <a:t>dnd</a:t>
            </a:r>
            <a:r>
              <a:rPr lang="en-US" sz="2800" dirty="0">
                <a:solidFill>
                  <a:schemeClr val="lt1"/>
                </a:solidFill>
              </a:rPr>
              <a:t>-auction-game</a:t>
            </a:r>
            <a:br>
              <a:rPr lang="en-US" sz="2800" dirty="0">
                <a:solidFill>
                  <a:schemeClr val="lt1"/>
                </a:solidFill>
              </a:rPr>
            </a:br>
            <a:br>
              <a:rPr lang="en-US" sz="2800" dirty="0">
                <a:solidFill>
                  <a:schemeClr val="lt1"/>
                </a:solidFill>
              </a:rPr>
            </a:br>
            <a:r>
              <a:rPr lang="en-US" sz="2800" dirty="0">
                <a:solidFill>
                  <a:schemeClr val="lt1"/>
                </a:solidFill>
              </a:rPr>
              <a:t>See the git repo for more info:</a:t>
            </a:r>
            <a:br>
              <a:rPr lang="en-US" sz="2800" dirty="0">
                <a:solidFill>
                  <a:schemeClr val="lt1"/>
                </a:solidFill>
              </a:rPr>
            </a:br>
            <a:r>
              <a:rPr lang="en-US" sz="2800" dirty="0" err="1">
                <a:solidFill>
                  <a:schemeClr val="lt1"/>
                </a:solidFill>
              </a:rPr>
              <a:t>github.com</a:t>
            </a:r>
            <a:r>
              <a:rPr lang="en-US" sz="2800" dirty="0">
                <a:solidFill>
                  <a:schemeClr val="lt1"/>
                </a:solidFill>
              </a:rPr>
              <a:t>/</a:t>
            </a:r>
            <a:r>
              <a:rPr lang="en-US" sz="2800" dirty="0" err="1">
                <a:solidFill>
                  <a:schemeClr val="lt1"/>
                </a:solidFill>
              </a:rPr>
              <a:t>ooki</a:t>
            </a:r>
            <a:r>
              <a:rPr lang="en-US" sz="2800" dirty="0">
                <a:solidFill>
                  <a:schemeClr val="lt1"/>
                </a:solidFill>
              </a:rPr>
              <a:t>/</a:t>
            </a:r>
            <a:r>
              <a:rPr lang="en-US" sz="2800" dirty="0" err="1">
                <a:solidFill>
                  <a:schemeClr val="lt1"/>
                </a:solidFill>
              </a:rPr>
              <a:t>dnd_auction_game</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7"/>
          <p:cNvSpPr txBox="1">
            <a:spLocks noGrp="1"/>
          </p:cNvSpPr>
          <p:nvPr>
            <p:ph type="body" idx="1"/>
          </p:nvPr>
        </p:nvSpPr>
        <p:spPr>
          <a:xfrm>
            <a:off x="721056" y="1635162"/>
            <a:ext cx="4933122" cy="4218667"/>
          </a:xfrm>
          <a:prstGeom prst="rect">
            <a:avLst/>
          </a:prstGeom>
          <a:noFill/>
          <a:ln>
            <a:noFill/>
          </a:ln>
        </p:spPr>
        <p:txBody>
          <a:bodyPr spcFirstLastPara="1" wrap="square" lIns="90000" tIns="45700" rIns="91425" bIns="45700" anchor="t" anchorCtr="0">
            <a:normAutofit/>
          </a:bodyPr>
          <a:lstStyle/>
          <a:p>
            <a:pPr marL="228600" lvl="0" indent="-228600" algn="l" rtl="0">
              <a:lnSpc>
                <a:spcPct val="90000"/>
              </a:lnSpc>
              <a:spcBef>
                <a:spcPts val="0"/>
              </a:spcBef>
              <a:spcAft>
                <a:spcPts val="0"/>
              </a:spcAft>
              <a:buClr>
                <a:srgbClr val="FEFEFE"/>
              </a:buClr>
              <a:buSzPts val="2000"/>
              <a:buChar char="•"/>
            </a:pPr>
            <a:r>
              <a:rPr lang="en-US" dirty="0"/>
              <a:t>Before 9 Oct:</a:t>
            </a:r>
          </a:p>
          <a:p>
            <a:pPr marL="685800" lvl="1" indent="-228600">
              <a:spcBef>
                <a:spcPts val="0"/>
              </a:spcBef>
              <a:buClr>
                <a:srgbClr val="FEFEFE"/>
              </a:buClr>
              <a:buSzPts val="2000"/>
            </a:pPr>
            <a:r>
              <a:rPr lang="en-US" dirty="0"/>
              <a:t>Get the framework up and running</a:t>
            </a:r>
            <a:endParaRPr dirty="0"/>
          </a:p>
          <a:p>
            <a:pPr marL="685800" lvl="1" indent="-228600">
              <a:spcBef>
                <a:spcPts val="1000"/>
              </a:spcBef>
              <a:buClr>
                <a:srgbClr val="FEFEFE"/>
              </a:buClr>
              <a:buSzPts val="2000"/>
            </a:pPr>
            <a:r>
              <a:rPr lang="en-US" dirty="0"/>
              <a:t>Create your own AI Agent</a:t>
            </a:r>
          </a:p>
          <a:p>
            <a:pPr marL="685800" lvl="1" indent="-228600">
              <a:spcBef>
                <a:spcPts val="1000"/>
              </a:spcBef>
              <a:buClr>
                <a:srgbClr val="FEFEFE"/>
              </a:buClr>
              <a:buSzPts val="2000"/>
            </a:pPr>
            <a:r>
              <a:rPr lang="en-US" dirty="0"/>
              <a:t>Deliver a expected results on Canvas.</a:t>
            </a:r>
            <a:endParaRPr dirty="0"/>
          </a:p>
          <a:p>
            <a:pPr marL="228600" lvl="0" indent="-228600" algn="l" rtl="0">
              <a:lnSpc>
                <a:spcPct val="90000"/>
              </a:lnSpc>
              <a:spcBef>
                <a:spcPts val="1000"/>
              </a:spcBef>
              <a:spcAft>
                <a:spcPts val="0"/>
              </a:spcAft>
              <a:buClr>
                <a:srgbClr val="FEFEFE"/>
              </a:buClr>
              <a:buSzPts val="2000"/>
              <a:buChar char="•"/>
            </a:pPr>
            <a:r>
              <a:rPr lang="en-US" dirty="0"/>
              <a:t>Friday ( </a:t>
            </a:r>
            <a:r>
              <a:rPr lang="en-US" sz="2900" dirty="0"/>
              <a:t>9 Oct</a:t>
            </a:r>
            <a:r>
              <a:rPr lang="en-US" dirty="0"/>
              <a:t> )</a:t>
            </a:r>
            <a:endParaRPr dirty="0"/>
          </a:p>
          <a:p>
            <a:pPr marL="914400" lvl="1" indent="-355600" algn="l" rtl="0">
              <a:lnSpc>
                <a:spcPct val="90000"/>
              </a:lnSpc>
              <a:spcBef>
                <a:spcPts val="1000"/>
              </a:spcBef>
              <a:spcAft>
                <a:spcPts val="0"/>
              </a:spcAft>
              <a:buClr>
                <a:srgbClr val="FEFEFE"/>
              </a:buClr>
              <a:buSzPts val="2000"/>
              <a:buChar char="•"/>
            </a:pPr>
            <a:r>
              <a:rPr lang="en-US" dirty="0"/>
              <a:t>We will battle the grades out</a:t>
            </a:r>
            <a:endParaRPr dirty="0"/>
          </a:p>
          <a:p>
            <a:pPr marL="914400" lvl="1" indent="-355600" algn="l" rtl="0">
              <a:lnSpc>
                <a:spcPct val="90000"/>
              </a:lnSpc>
              <a:spcBef>
                <a:spcPts val="1000"/>
              </a:spcBef>
              <a:spcAft>
                <a:spcPts val="0"/>
              </a:spcAft>
              <a:buClr>
                <a:srgbClr val="FEFEFE"/>
              </a:buClr>
              <a:buSzPts val="2000"/>
              <a:buChar char="•"/>
            </a:pPr>
            <a:r>
              <a:rPr lang="en-US" dirty="0"/>
              <a:t>Small break (to improve the AI)</a:t>
            </a:r>
            <a:endParaRPr dirty="0"/>
          </a:p>
          <a:p>
            <a:pPr marL="914400" lvl="1" indent="-342900" algn="l" rtl="0">
              <a:lnSpc>
                <a:spcPct val="90000"/>
              </a:lnSpc>
              <a:spcBef>
                <a:spcPts val="1000"/>
              </a:spcBef>
              <a:spcAft>
                <a:spcPts val="0"/>
              </a:spcAft>
              <a:buSzPts val="1800"/>
              <a:buChar char="•"/>
            </a:pPr>
            <a:r>
              <a:rPr lang="en-US" dirty="0"/>
              <a:t>Another round of battle</a:t>
            </a:r>
          </a:p>
          <a:p>
            <a:pPr indent="-342900">
              <a:buSzPts val="1800"/>
            </a:pPr>
            <a:r>
              <a:rPr lang="en-US" dirty="0"/>
              <a:t>After 9 Oct</a:t>
            </a:r>
          </a:p>
          <a:p>
            <a:pPr lvl="1"/>
            <a:r>
              <a:rPr lang="en-US" dirty="0"/>
              <a:t>Present for Smaug why your AI did win/did not win.</a:t>
            </a:r>
          </a:p>
          <a:p>
            <a:pPr indent="-342900">
              <a:buSzPts val="1800"/>
            </a:pPr>
            <a:endParaRPr dirty="0"/>
          </a:p>
        </p:txBody>
      </p:sp>
      <p:sp>
        <p:nvSpPr>
          <p:cNvPr id="120" name="Google Shape;120;p7"/>
          <p:cNvSpPr txBox="1">
            <a:spLocks noGrp="1"/>
          </p:cNvSpPr>
          <p:nvPr>
            <p:ph type="title"/>
          </p:nvPr>
        </p:nvSpPr>
        <p:spPr>
          <a:xfrm>
            <a:off x="721056" y="707572"/>
            <a:ext cx="4933121" cy="106547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A366"/>
              </a:buClr>
              <a:buSzPts val="2800"/>
              <a:buFont typeface="Helvetica Neue"/>
              <a:buNone/>
            </a:pPr>
            <a:r>
              <a:rPr lang="en-US"/>
              <a:t>Milestones</a:t>
            </a:r>
            <a:endParaRPr/>
          </a:p>
        </p:txBody>
      </p:sp>
      <p:pic>
        <p:nvPicPr>
          <p:cNvPr id="121" name="Google Shape;121;p7" descr="A person jumping over a podium with a flag&#10;&#10;Description automatically generated"/>
          <p:cNvPicPr preferRelativeResize="0">
            <a:picLocks noGrp="1"/>
          </p:cNvPicPr>
          <p:nvPr>
            <p:ph type="pic" idx="3"/>
          </p:nvPr>
        </p:nvPicPr>
        <p:blipFill rotWithShape="1">
          <a:blip r:embed="rId3">
            <a:alphaModFix/>
          </a:blip>
          <a:srcRect l="21058" r="21056"/>
          <a:stretch/>
        </p:blipFill>
        <p:spPr>
          <a:xfrm>
            <a:off x="6096000" y="0"/>
            <a:ext cx="6096000"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9"/>
          <p:cNvSpPr txBox="1">
            <a:spLocks noGrp="1"/>
          </p:cNvSpPr>
          <p:nvPr>
            <p:ph type="title"/>
          </p:nvPr>
        </p:nvSpPr>
        <p:spPr>
          <a:xfrm>
            <a:off x="1086678" y="365125"/>
            <a:ext cx="1026712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A366"/>
              </a:buClr>
              <a:buSzPts val="2400"/>
              <a:buFont typeface="Helvetica Neue"/>
              <a:buNone/>
            </a:pPr>
            <a:r>
              <a:rPr lang="en-US"/>
              <a:t>R&amp;D Flow: “Must Have’s”</a:t>
            </a:r>
            <a:endParaRPr/>
          </a:p>
        </p:txBody>
      </p:sp>
      <p:sp>
        <p:nvSpPr>
          <p:cNvPr id="127" name="Google Shape;127;p9"/>
          <p:cNvSpPr txBox="1">
            <a:spLocks noGrp="1"/>
          </p:cNvSpPr>
          <p:nvPr>
            <p:ph type="body" idx="1"/>
          </p:nvPr>
        </p:nvSpPr>
        <p:spPr>
          <a:xfrm>
            <a:off x="1086678" y="1825625"/>
            <a:ext cx="4933122" cy="4351338"/>
          </a:xfrm>
          <a:prstGeom prst="rect">
            <a:avLst/>
          </a:prstGeom>
          <a:noFill/>
          <a:ln>
            <a:noFill/>
          </a:ln>
        </p:spPr>
        <p:txBody>
          <a:bodyPr spcFirstLastPara="1" wrap="square" lIns="90000" tIns="45700" rIns="91425" bIns="45700" anchor="t" anchorCtr="0">
            <a:normAutofit/>
          </a:bodyPr>
          <a:lstStyle/>
          <a:p>
            <a:pPr marL="0" lvl="0" indent="0" algn="l" rtl="0">
              <a:lnSpc>
                <a:spcPct val="90000"/>
              </a:lnSpc>
              <a:spcBef>
                <a:spcPts val="0"/>
              </a:spcBef>
              <a:spcAft>
                <a:spcPts val="0"/>
              </a:spcAft>
              <a:buClr>
                <a:srgbClr val="FEFEFE"/>
              </a:buClr>
              <a:buSzPts val="2000"/>
              <a:buNone/>
            </a:pPr>
            <a:r>
              <a:rPr lang="en-US"/>
              <a:t>Requirements the project must have.</a:t>
            </a:r>
            <a:endParaRPr/>
          </a:p>
          <a:p>
            <a:pPr marL="0" lvl="0" indent="0" algn="l" rtl="0">
              <a:lnSpc>
                <a:spcPct val="90000"/>
              </a:lnSpc>
              <a:spcBef>
                <a:spcPts val="1000"/>
              </a:spcBef>
              <a:spcAft>
                <a:spcPts val="0"/>
              </a:spcAft>
              <a:buClr>
                <a:srgbClr val="FEFEFE"/>
              </a:buClr>
              <a:buSzPts val="2000"/>
              <a:buNone/>
            </a:pPr>
            <a:endParaRPr/>
          </a:p>
        </p:txBody>
      </p:sp>
      <p:grpSp>
        <p:nvGrpSpPr>
          <p:cNvPr id="128" name="Google Shape;128;p9"/>
          <p:cNvGrpSpPr/>
          <p:nvPr/>
        </p:nvGrpSpPr>
        <p:grpSpPr>
          <a:xfrm>
            <a:off x="6556481" y="1825626"/>
            <a:ext cx="4192925" cy="4351334"/>
            <a:chOff x="135805" y="1"/>
            <a:chExt cx="4192925" cy="4351334"/>
          </a:xfrm>
        </p:grpSpPr>
        <p:sp>
          <p:nvSpPr>
            <p:cNvPr id="129" name="Google Shape;129;p9"/>
            <p:cNvSpPr/>
            <p:nvPr/>
          </p:nvSpPr>
          <p:spPr>
            <a:xfrm rot="10800000">
              <a:off x="1048204" y="2975"/>
              <a:ext cx="3280526" cy="887624"/>
            </a:xfrm>
            <a:prstGeom prst="homePlate">
              <a:avLst>
                <a:gd name="adj" fmla="val 50000"/>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9"/>
            <p:cNvSpPr txBox="1"/>
            <p:nvPr/>
          </p:nvSpPr>
          <p:spPr>
            <a:xfrm>
              <a:off x="1270110" y="2975"/>
              <a:ext cx="3058620" cy="887624"/>
            </a:xfrm>
            <a:prstGeom prst="rect">
              <a:avLst/>
            </a:prstGeom>
            <a:noFill/>
            <a:ln>
              <a:noFill/>
            </a:ln>
          </p:spPr>
          <p:txBody>
            <a:bodyPr spcFirstLastPara="1" wrap="square" lIns="391400" tIns="64750" rIns="120900" bIns="64750"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en-US" sz="1700" dirty="0">
                  <a:solidFill>
                    <a:schemeClr val="lt1"/>
                  </a:solidFill>
                  <a:latin typeface="Calibri"/>
                  <a:ea typeface="Calibri"/>
                  <a:cs typeface="Calibri"/>
                  <a:sym typeface="Calibri"/>
                </a:rPr>
                <a:t>Expected Results and Eval before Actual Battle</a:t>
              </a:r>
              <a:endParaRPr sz="1700" b="0" i="0" u="none" strike="noStrike" cap="none" dirty="0">
                <a:solidFill>
                  <a:schemeClr val="lt1"/>
                </a:solidFill>
                <a:latin typeface="Calibri"/>
                <a:ea typeface="Calibri"/>
                <a:cs typeface="Calibri"/>
                <a:sym typeface="Calibri"/>
              </a:endParaRPr>
            </a:p>
          </p:txBody>
        </p:sp>
        <p:sp>
          <p:nvSpPr>
            <p:cNvPr id="131" name="Google Shape;131;p9"/>
            <p:cNvSpPr/>
            <p:nvPr/>
          </p:nvSpPr>
          <p:spPr>
            <a:xfrm>
              <a:off x="135805" y="1"/>
              <a:ext cx="887624" cy="887624"/>
            </a:xfrm>
            <a:prstGeom prst="ellipse">
              <a:avLst/>
            </a:prstGeom>
            <a:blipFill rotWithShape="1">
              <a:blip r:embed="rId3">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9"/>
            <p:cNvSpPr/>
            <p:nvPr/>
          </p:nvSpPr>
          <p:spPr>
            <a:xfrm rot="10800000">
              <a:off x="1048204" y="1155562"/>
              <a:ext cx="3280526" cy="887624"/>
            </a:xfrm>
            <a:prstGeom prst="homePlate">
              <a:avLst>
                <a:gd name="adj" fmla="val 50000"/>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9"/>
            <p:cNvSpPr txBox="1"/>
            <p:nvPr/>
          </p:nvSpPr>
          <p:spPr>
            <a:xfrm>
              <a:off x="1270110" y="1155562"/>
              <a:ext cx="3058620" cy="887624"/>
            </a:xfrm>
            <a:prstGeom prst="rect">
              <a:avLst/>
            </a:prstGeom>
            <a:noFill/>
            <a:ln>
              <a:noFill/>
            </a:ln>
          </p:spPr>
          <p:txBody>
            <a:bodyPr spcFirstLastPara="1" wrap="square" lIns="391400" tIns="64750" rIns="120900" bIns="64750"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en-US" sz="1700" dirty="0">
                  <a:solidFill>
                    <a:schemeClr val="lt1"/>
                  </a:solidFill>
                  <a:latin typeface="Calibri"/>
                  <a:ea typeface="Calibri"/>
                  <a:cs typeface="Calibri"/>
                  <a:sym typeface="Calibri"/>
                </a:rPr>
                <a:t>Obtain a passing grade in the AH battle using your own AI</a:t>
              </a:r>
              <a:endParaRPr sz="1700" b="0" i="0" u="none" strike="noStrike" cap="none" dirty="0">
                <a:solidFill>
                  <a:schemeClr val="lt1"/>
                </a:solidFill>
                <a:latin typeface="Calibri"/>
                <a:ea typeface="Calibri"/>
                <a:cs typeface="Calibri"/>
                <a:sym typeface="Calibri"/>
              </a:endParaRPr>
            </a:p>
          </p:txBody>
        </p:sp>
        <p:sp>
          <p:nvSpPr>
            <p:cNvPr id="134" name="Google Shape;134;p9"/>
            <p:cNvSpPr/>
            <p:nvPr/>
          </p:nvSpPr>
          <p:spPr>
            <a:xfrm>
              <a:off x="151720" y="1159565"/>
              <a:ext cx="887624" cy="887624"/>
            </a:xfrm>
            <a:prstGeom prst="ellipse">
              <a:avLst/>
            </a:prstGeom>
            <a:blipFill rotWithShape="1">
              <a:blip r:embed="rId4">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9"/>
            <p:cNvSpPr/>
            <p:nvPr/>
          </p:nvSpPr>
          <p:spPr>
            <a:xfrm rot="10800000">
              <a:off x="1048204" y="2308150"/>
              <a:ext cx="3280526" cy="887624"/>
            </a:xfrm>
            <a:prstGeom prst="homePlate">
              <a:avLst>
                <a:gd name="adj" fmla="val 50000"/>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9"/>
            <p:cNvSpPr txBox="1"/>
            <p:nvPr/>
          </p:nvSpPr>
          <p:spPr>
            <a:xfrm>
              <a:off x="1270110" y="2308150"/>
              <a:ext cx="3058620" cy="887624"/>
            </a:xfrm>
            <a:prstGeom prst="rect">
              <a:avLst/>
            </a:prstGeom>
            <a:noFill/>
            <a:ln>
              <a:noFill/>
            </a:ln>
          </p:spPr>
          <p:txBody>
            <a:bodyPr spcFirstLastPara="1" wrap="square" lIns="391400" tIns="64750" rIns="120900" bIns="64750"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en-US" sz="1700">
                  <a:solidFill>
                    <a:schemeClr val="lt1"/>
                  </a:solidFill>
                  <a:latin typeface="Calibri"/>
                  <a:ea typeface="Calibri"/>
                  <a:cs typeface="Calibri"/>
                  <a:sym typeface="Calibri"/>
                </a:rPr>
                <a:t>Diagnose with plots why your agent performed as it did.</a:t>
              </a:r>
              <a:endParaRPr sz="1700" b="0" i="0" u="none" strike="noStrike" cap="none">
                <a:solidFill>
                  <a:schemeClr val="lt1"/>
                </a:solidFill>
                <a:latin typeface="Calibri"/>
                <a:ea typeface="Calibri"/>
                <a:cs typeface="Calibri"/>
                <a:sym typeface="Calibri"/>
              </a:endParaRPr>
            </a:p>
          </p:txBody>
        </p:sp>
        <p:sp>
          <p:nvSpPr>
            <p:cNvPr id="137" name="Google Shape;137;p9"/>
            <p:cNvSpPr/>
            <p:nvPr/>
          </p:nvSpPr>
          <p:spPr>
            <a:xfrm>
              <a:off x="142667" y="2308150"/>
              <a:ext cx="887624" cy="887624"/>
            </a:xfrm>
            <a:prstGeom prst="ellipse">
              <a:avLst/>
            </a:prstGeom>
            <a:blipFill rotWithShape="1">
              <a:blip r:embed="rId5">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9"/>
            <p:cNvSpPr/>
            <p:nvPr/>
          </p:nvSpPr>
          <p:spPr>
            <a:xfrm rot="10800000">
              <a:off x="1048204" y="3460737"/>
              <a:ext cx="3280526" cy="887624"/>
            </a:xfrm>
            <a:prstGeom prst="homePlate">
              <a:avLst>
                <a:gd name="adj" fmla="val 50000"/>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9"/>
            <p:cNvSpPr txBox="1"/>
            <p:nvPr/>
          </p:nvSpPr>
          <p:spPr>
            <a:xfrm>
              <a:off x="1270110" y="3460737"/>
              <a:ext cx="3058620" cy="887624"/>
            </a:xfrm>
            <a:prstGeom prst="rect">
              <a:avLst/>
            </a:prstGeom>
            <a:noFill/>
            <a:ln>
              <a:noFill/>
            </a:ln>
          </p:spPr>
          <p:txBody>
            <a:bodyPr spcFirstLastPara="1" wrap="square" lIns="391400" tIns="64750" rIns="120900" bIns="64750"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Short pitc</a:t>
              </a:r>
              <a:r>
                <a:rPr lang="en-US" sz="1700">
                  <a:solidFill>
                    <a:schemeClr val="lt1"/>
                  </a:solidFill>
                  <a:latin typeface="Calibri"/>
                  <a:ea typeface="Calibri"/>
                  <a:cs typeface="Calibri"/>
                  <a:sym typeface="Calibri"/>
                </a:rPr>
                <a:t>/summary for Smaug</a:t>
              </a:r>
              <a:r>
                <a:rPr lang="en-US" sz="1700" b="0" i="0" u="none" strike="noStrike" cap="none">
                  <a:solidFill>
                    <a:schemeClr val="lt1"/>
                  </a:solidFill>
                  <a:latin typeface="Calibri"/>
                  <a:ea typeface="Calibri"/>
                  <a:cs typeface="Calibri"/>
                  <a:sym typeface="Calibri"/>
                </a:rPr>
                <a:t> (using Fremtiden Consulting slide template)</a:t>
              </a:r>
              <a:endParaRPr sz="1700" b="0" i="0" u="none" strike="noStrike" cap="none">
                <a:solidFill>
                  <a:schemeClr val="lt1"/>
                </a:solidFill>
                <a:latin typeface="Calibri"/>
                <a:ea typeface="Calibri"/>
                <a:cs typeface="Calibri"/>
                <a:sym typeface="Calibri"/>
              </a:endParaRPr>
            </a:p>
          </p:txBody>
        </p:sp>
        <p:sp>
          <p:nvSpPr>
            <p:cNvPr id="140" name="Google Shape;140;p9"/>
            <p:cNvSpPr/>
            <p:nvPr/>
          </p:nvSpPr>
          <p:spPr>
            <a:xfrm>
              <a:off x="151720" y="3463711"/>
              <a:ext cx="887624" cy="887624"/>
            </a:xfrm>
            <a:prstGeom prst="ellipse">
              <a:avLst/>
            </a:prstGeom>
            <a:blipFill rotWithShape="1">
              <a:blip r:embed="rId6">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UiA - Lys">
  <a:themeElements>
    <a:clrScheme name="Custom 1">
      <a:dk1>
        <a:srgbClr val="000000"/>
      </a:dk1>
      <a:lt1>
        <a:srgbClr val="FFFFFF"/>
      </a:lt1>
      <a:dk2>
        <a:srgbClr val="373545"/>
      </a:dk2>
      <a:lt2>
        <a:srgbClr val="CEDBE6"/>
      </a:lt2>
      <a:accent1>
        <a:srgbClr val="FF6600"/>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t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4457</TotalTime>
  <Words>319</Words>
  <Application>Microsoft Macintosh PowerPoint</Application>
  <PresentationFormat>Widescreen</PresentationFormat>
  <Paragraphs>27</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Helvetica Neue</vt:lpstr>
      <vt:lpstr>Arial</vt:lpstr>
      <vt:lpstr>Roboto</vt:lpstr>
      <vt:lpstr>Calibri</vt:lpstr>
      <vt:lpstr>UiA - Lys</vt:lpstr>
      <vt:lpstr>Multiverse Smaug Superiority</vt:lpstr>
      <vt:lpstr>The client: Multiverse Smaug</vt:lpstr>
      <vt:lpstr>Mission Statement</vt:lpstr>
      <vt:lpstr>Tools:</vt:lpstr>
      <vt:lpstr>Milestones</vt:lpstr>
      <vt:lpstr>R&amp;D Flow: “Must Have’s”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Thomas Eikeland Fiskå</dc:creator>
  <cp:lastModifiedBy>Sondre Glimsdal</cp:lastModifiedBy>
  <cp:revision>2</cp:revision>
  <dcterms:created xsi:type="dcterms:W3CDTF">2019-03-26T09:57:44Z</dcterms:created>
  <dcterms:modified xsi:type="dcterms:W3CDTF">2026-09-21T11:22:04Z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0x010100C5E6169C72A5374488DF92FE01CBBD3B</vt:lpwstr>
  </property>
  <property fmtid="{D5CDD505-2E9C-101B-9397-08002B2CF9AE}" pid="3" name="MSIP_Label_92684840-629b-41cd-9b8c-5e9eea511f17_Enabled">
    <vt:lpwstr>True</vt:lpwstr>
  </property>
  <property fmtid="{D5CDD505-2E9C-101B-9397-08002B2CF9AE}" pid="4" name="MSIP_Label_92684840-629b-41cd-9b8c-5e9eea511f17_SiteId">
    <vt:lpwstr>8482881e-3699-4b3f-b135-cf4800bc1efb</vt:lpwstr>
  </property>
  <property fmtid="{D5CDD505-2E9C-101B-9397-08002B2CF9AE}" pid="5" name="MSIP_Label_92684840-629b-41cd-9b8c-5e9eea511f17_Owner">
    <vt:lpwstr>oyvindas@uia.no</vt:lpwstr>
  </property>
  <property fmtid="{D5CDD505-2E9C-101B-9397-08002B2CF9AE}" pid="6" name="MSIP_Label_92684840-629b-41cd-9b8c-5e9eea511f17_SetDate">
    <vt:lpwstr>2019-09-09T12:45:22.9491882Z</vt:lpwstr>
  </property>
  <property fmtid="{D5CDD505-2E9C-101B-9397-08002B2CF9AE}" pid="7" name="MSIP_Label_92684840-629b-41cd-9b8c-5e9eea511f17_Name">
    <vt:lpwstr>Internal</vt:lpwstr>
  </property>
  <property fmtid="{D5CDD505-2E9C-101B-9397-08002B2CF9AE}" pid="8" name="MSIP_Label_92684840-629b-41cd-9b8c-5e9eea511f17_Application">
    <vt:lpwstr>Microsoft Azure Information Protection</vt:lpwstr>
  </property>
  <property fmtid="{D5CDD505-2E9C-101B-9397-08002B2CF9AE}" pid="9" name="MSIP_Label_92684840-629b-41cd-9b8c-5e9eea511f17_ActionId">
    <vt:lpwstr>2987c021-299d-45f1-aee2-fa6a413dc4e2</vt:lpwstr>
  </property>
  <property fmtid="{D5CDD505-2E9C-101B-9397-08002B2CF9AE}" pid="10" name="MSIP_Label_92684840-629b-41cd-9b8c-5e9eea511f17_Extended_MSFT_Method">
    <vt:lpwstr>Automatic</vt:lpwstr>
  </property>
  <property fmtid="{D5CDD505-2E9C-101B-9397-08002B2CF9AE}" pid="11" name="MSIP_Label_b4114459-e220-4ae9-b339-4ebe6008cdd4_Enabled">
    <vt:lpwstr>True</vt:lpwstr>
  </property>
  <property fmtid="{D5CDD505-2E9C-101B-9397-08002B2CF9AE}" pid="12" name="MSIP_Label_b4114459-e220-4ae9-b339-4ebe6008cdd4_SiteId">
    <vt:lpwstr>8482881e-3699-4b3f-b135-cf4800bc1efb</vt:lpwstr>
  </property>
  <property fmtid="{D5CDD505-2E9C-101B-9397-08002B2CF9AE}" pid="13" name="MSIP_Label_b4114459-e220-4ae9-b339-4ebe6008cdd4_Owner">
    <vt:lpwstr>oyvindas@uia.no</vt:lpwstr>
  </property>
  <property fmtid="{D5CDD505-2E9C-101B-9397-08002B2CF9AE}" pid="14" name="MSIP_Label_b4114459-e220-4ae9-b339-4ebe6008cdd4_SetDate">
    <vt:lpwstr>2019-09-09T12:45:22.9491882Z</vt:lpwstr>
  </property>
  <property fmtid="{D5CDD505-2E9C-101B-9397-08002B2CF9AE}" pid="15" name="MSIP_Label_b4114459-e220-4ae9-b339-4ebe6008cdd4_Name">
    <vt:lpwstr>Normal</vt:lpwstr>
  </property>
  <property fmtid="{D5CDD505-2E9C-101B-9397-08002B2CF9AE}" pid="16" name="MSIP_Label_b4114459-e220-4ae9-b339-4ebe6008cdd4_Application">
    <vt:lpwstr>Microsoft Azure Information Protection</vt:lpwstr>
  </property>
  <property fmtid="{D5CDD505-2E9C-101B-9397-08002B2CF9AE}" pid="17" name="MSIP_Label_b4114459-e220-4ae9-b339-4ebe6008cdd4_ActionId">
    <vt:lpwstr>2987c021-299d-45f1-aee2-fa6a413dc4e2</vt:lpwstr>
  </property>
  <property fmtid="{D5CDD505-2E9C-101B-9397-08002B2CF9AE}" pid="18" name="MSIP_Label_b4114459-e220-4ae9-b339-4ebe6008cdd4_Parent">
    <vt:lpwstr>92684840-629b-41cd-9b8c-5e9eea511f17</vt:lpwstr>
  </property>
  <property fmtid="{D5CDD505-2E9C-101B-9397-08002B2CF9AE}" pid="19" name="MSIP_Label_b4114459-e220-4ae9-b339-4ebe6008cdd4_Extended_MSFT_Method">
    <vt:lpwstr>Automatic</vt:lpwstr>
  </property>
  <property fmtid="{D5CDD505-2E9C-101B-9397-08002B2CF9AE}" pid="20" name="Sensitivity">
    <vt:lpwstr>Internal Normal</vt:lpwstr>
  </property>
</Properties>
</file>